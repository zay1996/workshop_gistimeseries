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4"/>
  </p:sldMasterIdLst>
  <p:notesMasterIdLst>
    <p:notesMasterId r:id="rId22"/>
  </p:notesMasterIdLst>
  <p:sldIdLst>
    <p:sldId id="741" r:id="rId5"/>
    <p:sldId id="759" r:id="rId6"/>
    <p:sldId id="753" r:id="rId7"/>
    <p:sldId id="755" r:id="rId8"/>
    <p:sldId id="426" r:id="rId9"/>
    <p:sldId id="424" r:id="rId10"/>
    <p:sldId id="715" r:id="rId11"/>
    <p:sldId id="739" r:id="rId12"/>
    <p:sldId id="745" r:id="rId13"/>
    <p:sldId id="718" r:id="rId14"/>
    <p:sldId id="740" r:id="rId15"/>
    <p:sldId id="722" r:id="rId16"/>
    <p:sldId id="758" r:id="rId17"/>
    <p:sldId id="412" r:id="rId18"/>
    <p:sldId id="407" r:id="rId19"/>
    <p:sldId id="756" r:id="rId20"/>
    <p:sldId id="75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4C00"/>
    <a:srgbClr val="DF73FF"/>
    <a:srgbClr val="E69800"/>
    <a:srgbClr val="0084A8"/>
    <a:srgbClr val="686868"/>
    <a:srgbClr val="E1E1E1"/>
    <a:srgbClr val="00A9E6"/>
    <a:srgbClr val="516269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23" autoAdjust="0"/>
  </p:normalViewPr>
  <p:slideViewPr>
    <p:cSldViewPr snapToGrid="0">
      <p:cViewPr>
        <p:scale>
          <a:sx n="100" d="100"/>
          <a:sy n="100" d="100"/>
        </p:scale>
        <p:origin x="936" y="2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, Aiyin" userId="6984d0e4-55fb-4bdb-aa49-e04b2dfb6feb" providerId="ADAL" clId="{5B75A0BE-F550-4DA7-ADD9-C5D08B16DEF0}"/>
    <pc:docChg chg="undo custSel addSld delSld modSld sldOrd">
      <pc:chgData name="Zhang, Aiyin" userId="6984d0e4-55fb-4bdb-aa49-e04b2dfb6feb" providerId="ADAL" clId="{5B75A0BE-F550-4DA7-ADD9-C5D08B16DEF0}" dt="2026-09-30T18:01:35.973" v="728" actId="20577"/>
      <pc:docMkLst>
        <pc:docMk/>
      </pc:docMkLst>
      <pc:sldChg chg="modSp mod">
        <pc:chgData name="Zhang, Aiyin" userId="6984d0e4-55fb-4bdb-aa49-e04b2dfb6feb" providerId="ADAL" clId="{5B75A0BE-F550-4DA7-ADD9-C5D08B16DEF0}" dt="2026-09-30T04:23:57.694" v="223" actId="20577"/>
        <pc:sldMkLst>
          <pc:docMk/>
          <pc:sldMk cId="452660045" sldId="407"/>
        </pc:sldMkLst>
        <pc:spChg chg="mod">
          <ac:chgData name="Zhang, Aiyin" userId="6984d0e4-55fb-4bdb-aa49-e04b2dfb6feb" providerId="ADAL" clId="{5B75A0BE-F550-4DA7-ADD9-C5D08B16DEF0}" dt="2026-09-30T04:23:57.694" v="223" actId="20577"/>
          <ac:spMkLst>
            <pc:docMk/>
            <pc:sldMk cId="452660045" sldId="407"/>
            <ac:spMk id="17" creationId="{BE795A33-CD40-4411-81B2-AAFBDD491CA0}"/>
          </ac:spMkLst>
        </pc:spChg>
      </pc:sldChg>
      <pc:sldChg chg="del">
        <pc:chgData name="Zhang, Aiyin" userId="6984d0e4-55fb-4bdb-aa49-e04b2dfb6feb" providerId="ADAL" clId="{5B75A0BE-F550-4DA7-ADD9-C5D08B16DEF0}" dt="2026-09-29T20:56:55.809" v="77" actId="47"/>
        <pc:sldMkLst>
          <pc:docMk/>
          <pc:sldMk cId="3310198806" sldId="408"/>
        </pc:sldMkLst>
      </pc:sldChg>
      <pc:sldChg chg="del">
        <pc:chgData name="Zhang, Aiyin" userId="6984d0e4-55fb-4bdb-aa49-e04b2dfb6feb" providerId="ADAL" clId="{5B75A0BE-F550-4DA7-ADD9-C5D08B16DEF0}" dt="2026-09-29T20:55:36.872" v="71" actId="47"/>
        <pc:sldMkLst>
          <pc:docMk/>
          <pc:sldMk cId="2293237554" sldId="411"/>
        </pc:sldMkLst>
      </pc:sldChg>
      <pc:sldChg chg="addSp delSp modSp add del mod modShow">
        <pc:chgData name="Zhang, Aiyin" userId="6984d0e4-55fb-4bdb-aa49-e04b2dfb6feb" providerId="ADAL" clId="{5B75A0BE-F550-4DA7-ADD9-C5D08B16DEF0}" dt="2026-09-30T18:00:20.070" v="678" actId="1076"/>
        <pc:sldMkLst>
          <pc:docMk/>
          <pc:sldMk cId="3455399777" sldId="412"/>
        </pc:sldMkLst>
        <pc:spChg chg="del">
          <ac:chgData name="Zhang, Aiyin" userId="6984d0e4-55fb-4bdb-aa49-e04b2dfb6feb" providerId="ADAL" clId="{5B75A0BE-F550-4DA7-ADD9-C5D08B16DEF0}" dt="2026-09-30T17:57:05.229" v="632" actId="478"/>
          <ac:spMkLst>
            <pc:docMk/>
            <pc:sldMk cId="3455399777" sldId="412"/>
            <ac:spMk id="3" creationId="{BB431789-D350-9C1E-E997-B420702C5AA7}"/>
          </ac:spMkLst>
        </pc:spChg>
        <pc:spChg chg="del mod">
          <ac:chgData name="Zhang, Aiyin" userId="6984d0e4-55fb-4bdb-aa49-e04b2dfb6feb" providerId="ADAL" clId="{5B75A0BE-F550-4DA7-ADD9-C5D08B16DEF0}" dt="2026-09-30T17:58:19.943" v="647" actId="478"/>
          <ac:spMkLst>
            <pc:docMk/>
            <pc:sldMk cId="3455399777" sldId="412"/>
            <ac:spMk id="6" creationId="{BF8196C6-D1D5-A095-FAA5-2314A1FFA635}"/>
          </ac:spMkLst>
        </pc:spChg>
        <pc:spChg chg="del">
          <ac:chgData name="Zhang, Aiyin" userId="6984d0e4-55fb-4bdb-aa49-e04b2dfb6feb" providerId="ADAL" clId="{5B75A0BE-F550-4DA7-ADD9-C5D08B16DEF0}" dt="2026-09-30T17:58:04.647" v="643" actId="478"/>
          <ac:spMkLst>
            <pc:docMk/>
            <pc:sldMk cId="3455399777" sldId="412"/>
            <ac:spMk id="7" creationId="{DD2C5EEF-5E3E-B04A-164E-CDEAB1B2DBF6}"/>
          </ac:spMkLst>
        </pc:spChg>
        <pc:spChg chg="del">
          <ac:chgData name="Zhang, Aiyin" userId="6984d0e4-55fb-4bdb-aa49-e04b2dfb6feb" providerId="ADAL" clId="{5B75A0BE-F550-4DA7-ADD9-C5D08B16DEF0}" dt="2026-09-30T17:57:16.689" v="636" actId="478"/>
          <ac:spMkLst>
            <pc:docMk/>
            <pc:sldMk cId="3455399777" sldId="412"/>
            <ac:spMk id="13" creationId="{8CEE66A4-F4AB-2BD7-04E2-6854EBBE8E4A}"/>
          </ac:spMkLst>
        </pc:spChg>
        <pc:spChg chg="mod">
          <ac:chgData name="Zhang, Aiyin" userId="6984d0e4-55fb-4bdb-aa49-e04b2dfb6feb" providerId="ADAL" clId="{5B75A0BE-F550-4DA7-ADD9-C5D08B16DEF0}" dt="2026-09-30T17:58:25.721" v="648" actId="1076"/>
          <ac:spMkLst>
            <pc:docMk/>
            <pc:sldMk cId="3455399777" sldId="412"/>
            <ac:spMk id="14" creationId="{33491296-43B0-1908-9305-1352CCDC5BC4}"/>
          </ac:spMkLst>
        </pc:spChg>
        <pc:spChg chg="mod">
          <ac:chgData name="Zhang, Aiyin" userId="6984d0e4-55fb-4bdb-aa49-e04b2dfb6feb" providerId="ADAL" clId="{5B75A0BE-F550-4DA7-ADD9-C5D08B16DEF0}" dt="2026-09-30T17:58:29.319" v="649" actId="1076"/>
          <ac:spMkLst>
            <pc:docMk/>
            <pc:sldMk cId="3455399777" sldId="412"/>
            <ac:spMk id="15" creationId="{D642867A-8810-7F3B-6567-B5DE1F1F644D}"/>
          </ac:spMkLst>
        </pc:spChg>
        <pc:spChg chg="del">
          <ac:chgData name="Zhang, Aiyin" userId="6984d0e4-55fb-4bdb-aa49-e04b2dfb6feb" providerId="ADAL" clId="{5B75A0BE-F550-4DA7-ADD9-C5D08B16DEF0}" dt="2026-09-30T18:00:13.580" v="676" actId="478"/>
          <ac:spMkLst>
            <pc:docMk/>
            <pc:sldMk cId="3455399777" sldId="412"/>
            <ac:spMk id="18" creationId="{92264F1A-DB1E-86FE-3D0B-3607D679FCBC}"/>
          </ac:spMkLst>
        </pc:spChg>
        <pc:spChg chg="add mod">
          <ac:chgData name="Zhang, Aiyin" userId="6984d0e4-55fb-4bdb-aa49-e04b2dfb6feb" providerId="ADAL" clId="{5B75A0BE-F550-4DA7-ADD9-C5D08B16DEF0}" dt="2026-09-30T18:00:20.070" v="678" actId="1076"/>
          <ac:spMkLst>
            <pc:docMk/>
            <pc:sldMk cId="3455399777" sldId="412"/>
            <ac:spMk id="24" creationId="{9B80663F-CCB9-47DC-82EA-FDCC84FE59DB}"/>
          </ac:spMkLst>
        </pc:spChg>
        <pc:picChg chg="add del mod modCrop">
          <ac:chgData name="Zhang, Aiyin" userId="6984d0e4-55fb-4bdb-aa49-e04b2dfb6feb" providerId="ADAL" clId="{5B75A0BE-F550-4DA7-ADD9-C5D08B16DEF0}" dt="2026-09-30T17:58:09.867" v="644" actId="1076"/>
          <ac:picMkLst>
            <pc:docMk/>
            <pc:sldMk cId="3455399777" sldId="412"/>
            <ac:picMk id="2" creationId="{71F71BA1-ED52-BA4B-F864-1014268C07C0}"/>
          </ac:picMkLst>
        </pc:picChg>
        <pc:picChg chg="mod modCrop">
          <ac:chgData name="Zhang, Aiyin" userId="6984d0e4-55fb-4bdb-aa49-e04b2dfb6feb" providerId="ADAL" clId="{5B75A0BE-F550-4DA7-ADD9-C5D08B16DEF0}" dt="2026-09-30T17:57:11.818" v="634" actId="1076"/>
          <ac:picMkLst>
            <pc:docMk/>
            <pc:sldMk cId="3455399777" sldId="412"/>
            <ac:picMk id="5" creationId="{03E6735B-3AE2-070A-0C54-8FD97FB3C1E0}"/>
          </ac:picMkLst>
        </pc:picChg>
        <pc:picChg chg="mod">
          <ac:chgData name="Zhang, Aiyin" userId="6984d0e4-55fb-4bdb-aa49-e04b2dfb6feb" providerId="ADAL" clId="{5B75A0BE-F550-4DA7-ADD9-C5D08B16DEF0}" dt="2026-09-30T17:58:33.255" v="650" actId="1076"/>
          <ac:picMkLst>
            <pc:docMk/>
            <pc:sldMk cId="3455399777" sldId="412"/>
            <ac:picMk id="10" creationId="{710573EF-8F55-4E1E-B69F-68E4E63B09CD}"/>
          </ac:picMkLst>
        </pc:picChg>
        <pc:picChg chg="mod">
          <ac:chgData name="Zhang, Aiyin" userId="6984d0e4-55fb-4bdb-aa49-e04b2dfb6feb" providerId="ADAL" clId="{5B75A0BE-F550-4DA7-ADD9-C5D08B16DEF0}" dt="2026-09-30T17:58:39.090" v="651" actId="1076"/>
          <ac:picMkLst>
            <pc:docMk/>
            <pc:sldMk cId="3455399777" sldId="412"/>
            <ac:picMk id="12" creationId="{FC7EA79F-880E-6864-99E6-CBCF369EA527}"/>
          </ac:picMkLst>
        </pc:picChg>
        <pc:picChg chg="add mod modCrop">
          <ac:chgData name="Zhang, Aiyin" userId="6984d0e4-55fb-4bdb-aa49-e04b2dfb6feb" providerId="ADAL" clId="{5B75A0BE-F550-4DA7-ADD9-C5D08B16DEF0}" dt="2026-09-30T17:59:39.525" v="665" actId="1076"/>
          <ac:picMkLst>
            <pc:docMk/>
            <pc:sldMk cId="3455399777" sldId="412"/>
            <ac:picMk id="22" creationId="{78CF2203-638D-4BFF-A195-1CFAD59820E8}"/>
          </ac:picMkLst>
        </pc:picChg>
        <pc:picChg chg="add del mod">
          <ac:chgData name="Zhang, Aiyin" userId="6984d0e4-55fb-4bdb-aa49-e04b2dfb6feb" providerId="ADAL" clId="{5B75A0BE-F550-4DA7-ADD9-C5D08B16DEF0}" dt="2026-09-30T17:59:55.833" v="675" actId="1038"/>
          <ac:picMkLst>
            <pc:docMk/>
            <pc:sldMk cId="3455399777" sldId="412"/>
            <ac:picMk id="23" creationId="{BA642333-A56B-4D0B-A874-BD303FA33CF4}"/>
          </ac:picMkLst>
        </pc:picChg>
      </pc:sldChg>
      <pc:sldChg chg="addSp delSp add del mod modShow">
        <pc:chgData name="Zhang, Aiyin" userId="6984d0e4-55fb-4bdb-aa49-e04b2dfb6feb" providerId="ADAL" clId="{5B75A0BE-F550-4DA7-ADD9-C5D08B16DEF0}" dt="2026-09-30T18:00:23.584" v="679" actId="47"/>
        <pc:sldMkLst>
          <pc:docMk/>
          <pc:sldMk cId="2283958737" sldId="418"/>
        </pc:sldMkLst>
        <pc:picChg chg="add del">
          <ac:chgData name="Zhang, Aiyin" userId="6984d0e4-55fb-4bdb-aa49-e04b2dfb6feb" providerId="ADAL" clId="{5B75A0BE-F550-4DA7-ADD9-C5D08B16DEF0}" dt="2026-09-30T17:58:48.772" v="653" actId="21"/>
          <ac:picMkLst>
            <pc:docMk/>
            <pc:sldMk cId="2283958737" sldId="418"/>
            <ac:picMk id="7" creationId="{60E50ABC-FCEA-45DD-86E0-6B1C6DB26744}"/>
          </ac:picMkLst>
        </pc:picChg>
      </pc:sldChg>
      <pc:sldChg chg="modSp add del mod modShow">
        <pc:chgData name="Zhang, Aiyin" userId="6984d0e4-55fb-4bdb-aa49-e04b2dfb6feb" providerId="ADAL" clId="{5B75A0BE-F550-4DA7-ADD9-C5D08B16DEF0}" dt="2026-09-30T18:00:24.541" v="680" actId="47"/>
        <pc:sldMkLst>
          <pc:docMk/>
          <pc:sldMk cId="3635698683" sldId="421"/>
        </pc:sldMkLst>
        <pc:picChg chg="mod modCrop">
          <ac:chgData name="Zhang, Aiyin" userId="6984d0e4-55fb-4bdb-aa49-e04b2dfb6feb" providerId="ADAL" clId="{5B75A0BE-F550-4DA7-ADD9-C5D08B16DEF0}" dt="2026-09-30T17:59:16.912" v="660" actId="732"/>
          <ac:picMkLst>
            <pc:docMk/>
            <pc:sldMk cId="3635698683" sldId="421"/>
            <ac:picMk id="7" creationId="{60E50ABC-FCEA-45DD-86E0-6B1C6DB26744}"/>
          </ac:picMkLst>
        </pc:picChg>
      </pc:sldChg>
      <pc:sldChg chg="modSp mod">
        <pc:chgData name="Zhang, Aiyin" userId="6984d0e4-55fb-4bdb-aa49-e04b2dfb6feb" providerId="ADAL" clId="{5B75A0BE-F550-4DA7-ADD9-C5D08B16DEF0}" dt="2026-09-30T17:09:16.871" v="428" actId="20577"/>
        <pc:sldMkLst>
          <pc:docMk/>
          <pc:sldMk cId="1048601941" sldId="424"/>
        </pc:sldMkLst>
        <pc:spChg chg="mod">
          <ac:chgData name="Zhang, Aiyin" userId="6984d0e4-55fb-4bdb-aa49-e04b2dfb6feb" providerId="ADAL" clId="{5B75A0BE-F550-4DA7-ADD9-C5D08B16DEF0}" dt="2026-09-30T04:28:28.194" v="226" actId="2711"/>
          <ac:spMkLst>
            <pc:docMk/>
            <pc:sldMk cId="1048601941" sldId="424"/>
            <ac:spMk id="15" creationId="{5B82F88D-ACBE-7198-3A68-7F0D65EE3936}"/>
          </ac:spMkLst>
        </pc:spChg>
        <pc:spChg chg="mod">
          <ac:chgData name="Zhang, Aiyin" userId="6984d0e4-55fb-4bdb-aa49-e04b2dfb6feb" providerId="ADAL" clId="{5B75A0BE-F550-4DA7-ADD9-C5D08B16DEF0}" dt="2026-09-30T17:09:16.871" v="428" actId="20577"/>
          <ac:spMkLst>
            <pc:docMk/>
            <pc:sldMk cId="1048601941" sldId="424"/>
            <ac:spMk id="16" creationId="{DC158C50-69A6-4816-9E7C-0A80AE883AB2}"/>
          </ac:spMkLst>
        </pc:spChg>
      </pc:sldChg>
      <pc:sldChg chg="modSp mod">
        <pc:chgData name="Zhang, Aiyin" userId="6984d0e4-55fb-4bdb-aa49-e04b2dfb6feb" providerId="ADAL" clId="{5B75A0BE-F550-4DA7-ADD9-C5D08B16DEF0}" dt="2026-09-30T17:09:04.232" v="400" actId="20577"/>
        <pc:sldMkLst>
          <pc:docMk/>
          <pc:sldMk cId="3559119111" sldId="426"/>
        </pc:sldMkLst>
        <pc:spChg chg="mod">
          <ac:chgData name="Zhang, Aiyin" userId="6984d0e4-55fb-4bdb-aa49-e04b2dfb6feb" providerId="ADAL" clId="{5B75A0BE-F550-4DA7-ADD9-C5D08B16DEF0}" dt="2026-09-30T17:09:04.232" v="400" actId="20577"/>
          <ac:spMkLst>
            <pc:docMk/>
            <pc:sldMk cId="3559119111" sldId="426"/>
            <ac:spMk id="9" creationId="{3AA204A0-6EB6-4ACE-974E-5D8C9381772C}"/>
          </ac:spMkLst>
        </pc:spChg>
        <pc:spChg chg="mod">
          <ac:chgData name="Zhang, Aiyin" userId="6984d0e4-55fb-4bdb-aa49-e04b2dfb6feb" providerId="ADAL" clId="{5B75A0BE-F550-4DA7-ADD9-C5D08B16DEF0}" dt="2026-09-30T04:28:21.182" v="225" actId="2711"/>
          <ac:spMkLst>
            <pc:docMk/>
            <pc:sldMk cId="3559119111" sldId="426"/>
            <ac:spMk id="14" creationId="{BD900350-09BD-4196-8E2D-751D5040B7CF}"/>
          </ac:spMkLst>
        </pc:spChg>
      </pc:sldChg>
      <pc:sldChg chg="modSp mod">
        <pc:chgData name="Zhang, Aiyin" userId="6984d0e4-55fb-4bdb-aa49-e04b2dfb6feb" providerId="ADAL" clId="{5B75A0BE-F550-4DA7-ADD9-C5D08B16DEF0}" dt="2026-09-30T17:09:43.622" v="445" actId="1076"/>
        <pc:sldMkLst>
          <pc:docMk/>
          <pc:sldMk cId="375661301" sldId="715"/>
        </pc:sldMkLst>
        <pc:spChg chg="mod">
          <ac:chgData name="Zhang, Aiyin" userId="6984d0e4-55fb-4bdb-aa49-e04b2dfb6feb" providerId="ADAL" clId="{5B75A0BE-F550-4DA7-ADD9-C5D08B16DEF0}" dt="2026-09-30T17:09:43.622" v="445" actId="1076"/>
          <ac:spMkLst>
            <pc:docMk/>
            <pc:sldMk cId="375661301" sldId="715"/>
            <ac:spMk id="3" creationId="{6D3BCC15-CBF3-2B13-6B08-F8B4E379EE95}"/>
          </ac:spMkLst>
        </pc:spChg>
        <pc:spChg chg="mod">
          <ac:chgData name="Zhang, Aiyin" userId="6984d0e4-55fb-4bdb-aa49-e04b2dfb6feb" providerId="ADAL" clId="{5B75A0BE-F550-4DA7-ADD9-C5D08B16DEF0}" dt="2026-09-30T17:09:28.177" v="444" actId="20577"/>
          <ac:spMkLst>
            <pc:docMk/>
            <pc:sldMk cId="375661301" sldId="715"/>
            <ac:spMk id="16" creationId="{DF1AB4E1-9ADE-4B5D-A534-13D32ED4B18E}"/>
          </ac:spMkLst>
        </pc:spChg>
      </pc:sldChg>
      <pc:sldChg chg="delSp modSp mod">
        <pc:chgData name="Zhang, Aiyin" userId="6984d0e4-55fb-4bdb-aa49-e04b2dfb6feb" providerId="ADAL" clId="{5B75A0BE-F550-4DA7-ADD9-C5D08B16DEF0}" dt="2026-09-30T17:12:21.069" v="512" actId="478"/>
        <pc:sldMkLst>
          <pc:docMk/>
          <pc:sldMk cId="3252230872" sldId="718"/>
        </pc:sldMkLst>
        <pc:spChg chg="mod">
          <ac:chgData name="Zhang, Aiyin" userId="6984d0e4-55fb-4bdb-aa49-e04b2dfb6feb" providerId="ADAL" clId="{5B75A0BE-F550-4DA7-ADD9-C5D08B16DEF0}" dt="2026-09-30T17:12:17.652" v="511" actId="20577"/>
          <ac:spMkLst>
            <pc:docMk/>
            <pc:sldMk cId="3252230872" sldId="718"/>
            <ac:spMk id="11" creationId="{8A34D332-F223-4E36-9127-F2D477526561}"/>
          </ac:spMkLst>
        </pc:spChg>
        <pc:spChg chg="del mod">
          <ac:chgData name="Zhang, Aiyin" userId="6984d0e4-55fb-4bdb-aa49-e04b2dfb6feb" providerId="ADAL" clId="{5B75A0BE-F550-4DA7-ADD9-C5D08B16DEF0}" dt="2026-09-30T17:12:21.069" v="512" actId="478"/>
          <ac:spMkLst>
            <pc:docMk/>
            <pc:sldMk cId="3252230872" sldId="718"/>
            <ac:spMk id="15" creationId="{8E00070C-DFBC-4335-9CBE-574611F1C070}"/>
          </ac:spMkLst>
        </pc:spChg>
      </pc:sldChg>
      <pc:sldChg chg="delSp modSp mod">
        <pc:chgData name="Zhang, Aiyin" userId="6984d0e4-55fb-4bdb-aa49-e04b2dfb6feb" providerId="ADAL" clId="{5B75A0BE-F550-4DA7-ADD9-C5D08B16DEF0}" dt="2026-09-30T17:12:46.155" v="517"/>
        <pc:sldMkLst>
          <pc:docMk/>
          <pc:sldMk cId="61938359" sldId="722"/>
        </pc:sldMkLst>
        <pc:spChg chg="mod">
          <ac:chgData name="Zhang, Aiyin" userId="6984d0e4-55fb-4bdb-aa49-e04b2dfb6feb" providerId="ADAL" clId="{5B75A0BE-F550-4DA7-ADD9-C5D08B16DEF0}" dt="2026-09-30T17:12:46.155" v="517"/>
          <ac:spMkLst>
            <pc:docMk/>
            <pc:sldMk cId="61938359" sldId="722"/>
            <ac:spMk id="9" creationId="{4593278C-FF34-485D-BEF1-E3E253C61899}"/>
          </ac:spMkLst>
        </pc:spChg>
        <pc:spChg chg="del mod">
          <ac:chgData name="Zhang, Aiyin" userId="6984d0e4-55fb-4bdb-aa49-e04b2dfb6feb" providerId="ADAL" clId="{5B75A0BE-F550-4DA7-ADD9-C5D08B16DEF0}" dt="2026-09-30T17:12:43.455" v="516" actId="478"/>
          <ac:spMkLst>
            <pc:docMk/>
            <pc:sldMk cId="61938359" sldId="722"/>
            <ac:spMk id="11" creationId="{1AC3D7C6-B024-409B-9AAD-54BE8B53FD8D}"/>
          </ac:spMkLst>
        </pc:spChg>
      </pc:sldChg>
      <pc:sldChg chg="del">
        <pc:chgData name="Zhang, Aiyin" userId="6984d0e4-55fb-4bdb-aa49-e04b2dfb6feb" providerId="ADAL" clId="{5B75A0BE-F550-4DA7-ADD9-C5D08B16DEF0}" dt="2026-09-29T20:56:37.121" v="75" actId="47"/>
        <pc:sldMkLst>
          <pc:docMk/>
          <pc:sldMk cId="853861621" sldId="725"/>
        </pc:sldMkLst>
      </pc:sldChg>
      <pc:sldChg chg="del">
        <pc:chgData name="Zhang, Aiyin" userId="6984d0e4-55fb-4bdb-aa49-e04b2dfb6feb" providerId="ADAL" clId="{5B75A0BE-F550-4DA7-ADD9-C5D08B16DEF0}" dt="2026-09-29T20:56:38.407" v="76" actId="47"/>
        <pc:sldMkLst>
          <pc:docMk/>
          <pc:sldMk cId="3654477975" sldId="727"/>
        </pc:sldMkLst>
      </pc:sldChg>
      <pc:sldChg chg="modSp mod">
        <pc:chgData name="Zhang, Aiyin" userId="6984d0e4-55fb-4bdb-aa49-e04b2dfb6feb" providerId="ADAL" clId="{5B75A0BE-F550-4DA7-ADD9-C5D08B16DEF0}" dt="2026-09-30T17:11:19.760" v="463" actId="2711"/>
        <pc:sldMkLst>
          <pc:docMk/>
          <pc:sldMk cId="845924925" sldId="739"/>
        </pc:sldMkLst>
        <pc:spChg chg="mod">
          <ac:chgData name="Zhang, Aiyin" userId="6984d0e4-55fb-4bdb-aa49-e04b2dfb6feb" providerId="ADAL" clId="{5B75A0BE-F550-4DA7-ADD9-C5D08B16DEF0}" dt="2026-09-30T04:28:44.885" v="228" actId="2711"/>
          <ac:spMkLst>
            <pc:docMk/>
            <pc:sldMk cId="845924925" sldId="739"/>
            <ac:spMk id="10" creationId="{A871B55F-49B0-7427-4EDF-921E2E0FB3B4}"/>
          </ac:spMkLst>
        </pc:spChg>
        <pc:spChg chg="mod">
          <ac:chgData name="Zhang, Aiyin" userId="6984d0e4-55fb-4bdb-aa49-e04b2dfb6feb" providerId="ADAL" clId="{5B75A0BE-F550-4DA7-ADD9-C5D08B16DEF0}" dt="2026-09-30T17:10:41.191" v="462" actId="20577"/>
          <ac:spMkLst>
            <pc:docMk/>
            <pc:sldMk cId="845924925" sldId="739"/>
            <ac:spMk id="13" creationId="{601C0CE9-BABE-4267-AB87-34D9343AF9AF}"/>
          </ac:spMkLst>
        </pc:spChg>
        <pc:spChg chg="mod">
          <ac:chgData name="Zhang, Aiyin" userId="6984d0e4-55fb-4bdb-aa49-e04b2dfb6feb" providerId="ADAL" clId="{5B75A0BE-F550-4DA7-ADD9-C5D08B16DEF0}" dt="2026-09-30T17:11:19.760" v="463" actId="2711"/>
          <ac:spMkLst>
            <pc:docMk/>
            <pc:sldMk cId="845924925" sldId="739"/>
            <ac:spMk id="17" creationId="{3DC397A7-EA8D-4450-BFBA-E17E7B02DAD6}"/>
          </ac:spMkLst>
        </pc:spChg>
      </pc:sldChg>
      <pc:sldChg chg="delSp modSp mod">
        <pc:chgData name="Zhang, Aiyin" userId="6984d0e4-55fb-4bdb-aa49-e04b2dfb6feb" providerId="ADAL" clId="{5B75A0BE-F550-4DA7-ADD9-C5D08B16DEF0}" dt="2026-09-30T17:12:39.094" v="514" actId="478"/>
        <pc:sldMkLst>
          <pc:docMk/>
          <pc:sldMk cId="4141559052" sldId="740"/>
        </pc:sldMkLst>
        <pc:spChg chg="mod">
          <ac:chgData name="Zhang, Aiyin" userId="6984d0e4-55fb-4bdb-aa49-e04b2dfb6feb" providerId="ADAL" clId="{5B75A0BE-F550-4DA7-ADD9-C5D08B16DEF0}" dt="2026-09-30T17:12:36.158" v="513"/>
          <ac:spMkLst>
            <pc:docMk/>
            <pc:sldMk cId="4141559052" sldId="740"/>
            <ac:spMk id="42" creationId="{1EF1D0C4-FC97-4C37-A2B1-E4CA5B6C4AC0}"/>
          </ac:spMkLst>
        </pc:spChg>
        <pc:spChg chg="del mod">
          <ac:chgData name="Zhang, Aiyin" userId="6984d0e4-55fb-4bdb-aa49-e04b2dfb6feb" providerId="ADAL" clId="{5B75A0BE-F550-4DA7-ADD9-C5D08B16DEF0}" dt="2026-09-30T17:12:39.094" v="514" actId="478"/>
          <ac:spMkLst>
            <pc:docMk/>
            <pc:sldMk cId="4141559052" sldId="740"/>
            <ac:spMk id="44" creationId="{A6AF8DE9-592F-430B-98DB-0EE2A4DFA572}"/>
          </ac:spMkLst>
        </pc:spChg>
      </pc:sldChg>
      <pc:sldChg chg="modSp mod">
        <pc:chgData name="Zhang, Aiyin" userId="6984d0e4-55fb-4bdb-aa49-e04b2dfb6feb" providerId="ADAL" clId="{5B75A0BE-F550-4DA7-ADD9-C5D08B16DEF0}" dt="2026-09-29T21:08:39.389" v="86" actId="1076"/>
        <pc:sldMkLst>
          <pc:docMk/>
          <pc:sldMk cId="1659153967" sldId="741"/>
        </pc:sldMkLst>
        <pc:spChg chg="mod">
          <ac:chgData name="Zhang, Aiyin" userId="6984d0e4-55fb-4bdb-aa49-e04b2dfb6feb" providerId="ADAL" clId="{5B75A0BE-F550-4DA7-ADD9-C5D08B16DEF0}" dt="2026-09-29T21:08:39.389" v="86" actId="1076"/>
          <ac:spMkLst>
            <pc:docMk/>
            <pc:sldMk cId="1659153967" sldId="741"/>
            <ac:spMk id="3" creationId="{69FF59E7-7F19-43B3-ACFE-1B1366AFCAA1}"/>
          </ac:spMkLst>
        </pc:spChg>
      </pc:sldChg>
      <pc:sldChg chg="delSp modSp del mod">
        <pc:chgData name="Zhang, Aiyin" userId="6984d0e4-55fb-4bdb-aa49-e04b2dfb6feb" providerId="ADAL" clId="{5B75A0BE-F550-4DA7-ADD9-C5D08B16DEF0}" dt="2026-09-29T20:54:33.591" v="70" actId="47"/>
        <pc:sldMkLst>
          <pc:docMk/>
          <pc:sldMk cId="228995860" sldId="747"/>
        </pc:sldMkLst>
        <pc:spChg chg="mod">
          <ac:chgData name="Zhang, Aiyin" userId="6984d0e4-55fb-4bdb-aa49-e04b2dfb6feb" providerId="ADAL" clId="{5B75A0BE-F550-4DA7-ADD9-C5D08B16DEF0}" dt="2026-09-29T20:41:55.063" v="1" actId="2711"/>
          <ac:spMkLst>
            <pc:docMk/>
            <pc:sldMk cId="228995860" sldId="747"/>
            <ac:spMk id="12" creationId="{A5111751-DF47-49DE-AC6F-3583941F8552}"/>
          </ac:spMkLst>
        </pc:spChg>
        <pc:spChg chg="del mod">
          <ac:chgData name="Zhang, Aiyin" userId="6984d0e4-55fb-4bdb-aa49-e04b2dfb6feb" providerId="ADAL" clId="{5B75A0BE-F550-4DA7-ADD9-C5D08B16DEF0}" dt="2026-09-29T20:43:15.124" v="18" actId="478"/>
          <ac:spMkLst>
            <pc:docMk/>
            <pc:sldMk cId="228995860" sldId="747"/>
            <ac:spMk id="13" creationId="{F73ECB83-6478-43C8-8877-5AB2BD67B8F3}"/>
          </ac:spMkLst>
        </pc:spChg>
        <pc:spChg chg="del mod">
          <ac:chgData name="Zhang, Aiyin" userId="6984d0e4-55fb-4bdb-aa49-e04b2dfb6feb" providerId="ADAL" clId="{5B75A0BE-F550-4DA7-ADD9-C5D08B16DEF0}" dt="2026-09-29T20:43:18.186" v="19" actId="478"/>
          <ac:spMkLst>
            <pc:docMk/>
            <pc:sldMk cId="228995860" sldId="747"/>
            <ac:spMk id="24" creationId="{89057F45-BE40-41E3-BBBE-6FD9621CD316}"/>
          </ac:spMkLst>
        </pc:spChg>
        <pc:spChg chg="del">
          <ac:chgData name="Zhang, Aiyin" userId="6984d0e4-55fb-4bdb-aa49-e04b2dfb6feb" providerId="ADAL" clId="{5B75A0BE-F550-4DA7-ADD9-C5D08B16DEF0}" dt="2026-09-29T20:43:20.801" v="20" actId="478"/>
          <ac:spMkLst>
            <pc:docMk/>
            <pc:sldMk cId="228995860" sldId="747"/>
            <ac:spMk id="28" creationId="{6A2059B0-B1D6-490F-BA1F-71F7EB4F62C3}"/>
          </ac:spMkLst>
        </pc:spChg>
        <pc:picChg chg="del">
          <ac:chgData name="Zhang, Aiyin" userId="6984d0e4-55fb-4bdb-aa49-e04b2dfb6feb" providerId="ADAL" clId="{5B75A0BE-F550-4DA7-ADD9-C5D08B16DEF0}" dt="2026-09-29T20:43:09.460" v="16" actId="478"/>
          <ac:picMkLst>
            <pc:docMk/>
            <pc:sldMk cId="228995860" sldId="747"/>
            <ac:picMk id="22" creationId="{B7FEFE25-B7CA-433F-A24E-A456B20496DA}"/>
          </ac:picMkLst>
        </pc:picChg>
        <pc:picChg chg="del">
          <ac:chgData name="Zhang, Aiyin" userId="6984d0e4-55fb-4bdb-aa49-e04b2dfb6feb" providerId="ADAL" clId="{5B75A0BE-F550-4DA7-ADD9-C5D08B16DEF0}" dt="2026-09-29T20:43:08.412" v="15" actId="478"/>
          <ac:picMkLst>
            <pc:docMk/>
            <pc:sldMk cId="228995860" sldId="747"/>
            <ac:picMk id="23" creationId="{D648C7F6-5CC1-4490-8C00-832A749946C4}"/>
          </ac:picMkLst>
        </pc:picChg>
      </pc:sldChg>
      <pc:sldChg chg="delSp del mod ord">
        <pc:chgData name="Zhang, Aiyin" userId="6984d0e4-55fb-4bdb-aa49-e04b2dfb6feb" providerId="ADAL" clId="{5B75A0BE-F550-4DA7-ADD9-C5D08B16DEF0}" dt="2026-09-29T20:53:16.134" v="69" actId="47"/>
        <pc:sldMkLst>
          <pc:docMk/>
          <pc:sldMk cId="1638443233" sldId="748"/>
        </pc:sldMkLst>
        <pc:spChg chg="del">
          <ac:chgData name="Zhang, Aiyin" userId="6984d0e4-55fb-4bdb-aa49-e04b2dfb6feb" providerId="ADAL" clId="{5B75A0BE-F550-4DA7-ADD9-C5D08B16DEF0}" dt="2026-09-29T20:44:47.473" v="23" actId="478"/>
          <ac:spMkLst>
            <pc:docMk/>
            <pc:sldMk cId="1638443233" sldId="748"/>
            <ac:spMk id="13" creationId="{F73ECB83-6478-43C8-8877-5AB2BD67B8F3}"/>
          </ac:spMkLst>
        </pc:spChg>
      </pc:sldChg>
      <pc:sldChg chg="del">
        <pc:chgData name="Zhang, Aiyin" userId="6984d0e4-55fb-4bdb-aa49-e04b2dfb6feb" providerId="ADAL" clId="{5B75A0BE-F550-4DA7-ADD9-C5D08B16DEF0}" dt="2026-09-29T20:56:56.296" v="78" actId="47"/>
        <pc:sldMkLst>
          <pc:docMk/>
          <pc:sldMk cId="495588857" sldId="749"/>
        </pc:sldMkLst>
      </pc:sldChg>
      <pc:sldChg chg="del">
        <pc:chgData name="Zhang, Aiyin" userId="6984d0e4-55fb-4bdb-aa49-e04b2dfb6feb" providerId="ADAL" clId="{5B75A0BE-F550-4DA7-ADD9-C5D08B16DEF0}" dt="2026-09-29T20:56:57.346" v="79" actId="47"/>
        <pc:sldMkLst>
          <pc:docMk/>
          <pc:sldMk cId="1625224250" sldId="750"/>
        </pc:sldMkLst>
      </pc:sldChg>
      <pc:sldChg chg="del">
        <pc:chgData name="Zhang, Aiyin" userId="6984d0e4-55fb-4bdb-aa49-e04b2dfb6feb" providerId="ADAL" clId="{5B75A0BE-F550-4DA7-ADD9-C5D08B16DEF0}" dt="2026-09-29T20:56:58.289" v="80" actId="47"/>
        <pc:sldMkLst>
          <pc:docMk/>
          <pc:sldMk cId="2620123849" sldId="751"/>
        </pc:sldMkLst>
      </pc:sldChg>
      <pc:sldChg chg="addSp delSp modSp del mod addAnim delAnim modAnim">
        <pc:chgData name="Zhang, Aiyin" userId="6984d0e4-55fb-4bdb-aa49-e04b2dfb6feb" providerId="ADAL" clId="{5B75A0BE-F550-4DA7-ADD9-C5D08B16DEF0}" dt="2026-09-30T17:21:22.244" v="607" actId="47"/>
        <pc:sldMkLst>
          <pc:docMk/>
          <pc:sldMk cId="832248779" sldId="752"/>
        </pc:sldMkLst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1" creationId="{0FCDC5E6-90F1-430E-98D8-E434E2023D77}"/>
          </ac:spMkLst>
        </pc:spChg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2" creationId="{DFF71C89-FD94-4893-AE34-34F0ECDF0B38}"/>
          </ac:spMkLst>
        </pc:spChg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3" creationId="{F4B848FB-E959-4803-8B50-7918401FDC90}"/>
          </ac:spMkLst>
        </pc:spChg>
        <pc:spChg chg="add del mod topLvl">
          <ac:chgData name="Zhang, Aiyin" userId="6984d0e4-55fb-4bdb-aa49-e04b2dfb6feb" providerId="ADAL" clId="{5B75A0BE-F550-4DA7-ADD9-C5D08B16DEF0}" dt="2026-09-30T04:18:21.951" v="139" actId="478"/>
          <ac:spMkLst>
            <pc:docMk/>
            <pc:sldMk cId="832248779" sldId="752"/>
            <ac:spMk id="27" creationId="{4A15208E-B06D-46F4-AA27-B26C193BF571}"/>
          </ac:spMkLst>
        </pc:spChg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8" creationId="{E0552E51-0B60-4DFF-8748-04E0E394F0CE}"/>
          </ac:spMkLst>
        </pc:spChg>
        <pc:spChg chg="add del mod topLvl">
          <ac:chgData name="Zhang, Aiyin" userId="6984d0e4-55fb-4bdb-aa49-e04b2dfb6feb" providerId="ADAL" clId="{5B75A0BE-F550-4DA7-ADD9-C5D08B16DEF0}" dt="2026-09-30T04:18:24.335" v="140" actId="478"/>
          <ac:spMkLst>
            <pc:docMk/>
            <pc:sldMk cId="832248779" sldId="752"/>
            <ac:spMk id="29" creationId="{31D5EEE5-E0F4-499E-B6C2-578E713E51A4}"/>
          </ac:spMkLst>
        </pc:spChg>
        <pc:spChg chg="add del mod topLvl">
          <ac:chgData name="Zhang, Aiyin" userId="6984d0e4-55fb-4bdb-aa49-e04b2dfb6feb" providerId="ADAL" clId="{5B75A0BE-F550-4DA7-ADD9-C5D08B16DEF0}" dt="2026-09-30T04:18:25.396" v="141" actId="478"/>
          <ac:spMkLst>
            <pc:docMk/>
            <pc:sldMk cId="832248779" sldId="752"/>
            <ac:spMk id="30" creationId="{72FD2550-7099-4B18-B357-7D9DBB5F9C52}"/>
          </ac:spMkLst>
        </pc:spChg>
        <pc:spChg chg="mod topLvl">
          <ac:chgData name="Zhang, Aiyin" userId="6984d0e4-55fb-4bdb-aa49-e04b2dfb6feb" providerId="ADAL" clId="{5B75A0BE-F550-4DA7-ADD9-C5D08B16DEF0}" dt="2026-09-30T04:18:29.110" v="142" actId="165"/>
          <ac:spMkLst>
            <pc:docMk/>
            <pc:sldMk cId="832248779" sldId="752"/>
            <ac:spMk id="32" creationId="{0A9C5801-7BB7-4B46-A6A6-26A4699742AB}"/>
          </ac:spMkLst>
        </pc:spChg>
        <pc:spChg chg="del mod topLvl">
          <ac:chgData name="Zhang, Aiyin" userId="6984d0e4-55fb-4bdb-aa49-e04b2dfb6feb" providerId="ADAL" clId="{5B75A0BE-F550-4DA7-ADD9-C5D08B16DEF0}" dt="2026-09-30T04:18:33.597" v="146" actId="478"/>
          <ac:spMkLst>
            <pc:docMk/>
            <pc:sldMk cId="832248779" sldId="752"/>
            <ac:spMk id="33" creationId="{25DDC4A4-93FC-432A-B948-368246E21B5F}"/>
          </ac:spMkLst>
        </pc:spChg>
        <pc:spChg chg="del mod topLvl">
          <ac:chgData name="Zhang, Aiyin" userId="6984d0e4-55fb-4bdb-aa49-e04b2dfb6feb" providerId="ADAL" clId="{5B75A0BE-F550-4DA7-ADD9-C5D08B16DEF0}" dt="2026-09-30T04:18:32.834" v="145" actId="478"/>
          <ac:spMkLst>
            <pc:docMk/>
            <pc:sldMk cId="832248779" sldId="752"/>
            <ac:spMk id="34" creationId="{053E3B58-42AB-477A-8E97-E9B0A4DA4A32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6" creationId="{AD76252C-2C42-49F7-8D48-DFBE87E70563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7" creationId="{F5ED4C5B-3132-4CC9-8A2F-ECC8B2651E34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8" creationId="{2F053B29-6C97-4B9C-89B4-2F2228DE645D}"/>
          </ac:spMkLst>
        </pc:spChg>
        <pc:spChg chg="add del mod topLvl">
          <ac:chgData name="Zhang, Aiyin" userId="6984d0e4-55fb-4bdb-aa49-e04b2dfb6feb" providerId="ADAL" clId="{5B75A0BE-F550-4DA7-ADD9-C5D08B16DEF0}" dt="2026-09-30T04:18:00.914" v="133" actId="478"/>
          <ac:spMkLst>
            <pc:docMk/>
            <pc:sldMk cId="832248779" sldId="752"/>
            <ac:spMk id="40" creationId="{59CEBE7C-DD6E-455C-A27F-391005901863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1" creationId="{2E374583-6446-4987-A9A7-D57C7EB4B4B2}"/>
          </ac:spMkLst>
        </pc:spChg>
        <pc:spChg chg="add del mod topLvl">
          <ac:chgData name="Zhang, Aiyin" userId="6984d0e4-55fb-4bdb-aa49-e04b2dfb6feb" providerId="ADAL" clId="{5B75A0BE-F550-4DA7-ADD9-C5D08B16DEF0}" dt="2026-09-30T04:18:06.725" v="134" actId="21"/>
          <ac:spMkLst>
            <pc:docMk/>
            <pc:sldMk cId="832248779" sldId="752"/>
            <ac:spMk id="41" creationId="{FBED5FB2-6A4B-49D7-A921-04DF906218F2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2" creationId="{70E83CDB-0F89-4960-BC84-AB02EBA6BD40}"/>
          </ac:spMkLst>
        </pc:spChg>
        <pc:spChg chg="add del mod topLvl">
          <ac:chgData name="Zhang, Aiyin" userId="6984d0e4-55fb-4bdb-aa49-e04b2dfb6feb" providerId="ADAL" clId="{5B75A0BE-F550-4DA7-ADD9-C5D08B16DEF0}" dt="2026-09-30T04:18:06.725" v="134" actId="21"/>
          <ac:spMkLst>
            <pc:docMk/>
            <pc:sldMk cId="832248779" sldId="752"/>
            <ac:spMk id="42" creationId="{78F909CE-CA15-4431-8F46-38054D8F03A7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3" creationId="{93BB3A26-C4A7-47BC-B325-0651BA5EBC09}"/>
          </ac:spMkLst>
        </pc:spChg>
        <pc:spChg chg="add del mod topLvl">
          <ac:chgData name="Zhang, Aiyin" userId="6984d0e4-55fb-4bdb-aa49-e04b2dfb6feb" providerId="ADAL" clId="{5B75A0BE-F550-4DA7-ADD9-C5D08B16DEF0}" dt="2026-09-29T21:23:20.255" v="94" actId="478"/>
          <ac:spMkLst>
            <pc:docMk/>
            <pc:sldMk cId="832248779" sldId="752"/>
            <ac:spMk id="44" creationId="{39917704-24B5-4A30-8942-F47D5B534B28}"/>
          </ac:spMkLst>
        </pc:spChg>
        <pc:spChg chg="add del mod topLvl">
          <ac:chgData name="Zhang, Aiyin" userId="6984d0e4-55fb-4bdb-aa49-e04b2dfb6feb" providerId="ADAL" clId="{5B75A0BE-F550-4DA7-ADD9-C5D08B16DEF0}" dt="2026-09-30T04:17:55.021" v="130" actId="478"/>
          <ac:spMkLst>
            <pc:docMk/>
            <pc:sldMk cId="832248779" sldId="752"/>
            <ac:spMk id="45" creationId="{1894BACF-52C7-4742-9FCD-15AB1E588B1B}"/>
          </ac:spMkLst>
        </pc:spChg>
        <pc:spChg chg="add del mod topLvl">
          <ac:chgData name="Zhang, Aiyin" userId="6984d0e4-55fb-4bdb-aa49-e04b2dfb6feb" providerId="ADAL" clId="{5B75A0BE-F550-4DA7-ADD9-C5D08B16DEF0}" dt="2026-09-30T04:17:55.021" v="130" actId="478"/>
          <ac:spMkLst>
            <pc:docMk/>
            <pc:sldMk cId="832248779" sldId="752"/>
            <ac:spMk id="46" creationId="{C74BDA79-8851-4171-B772-DEAAD2FFBD02}"/>
          </ac:spMkLst>
        </pc:spChg>
        <pc:spChg chg="add del mod ord">
          <ac:chgData name="Zhang, Aiyin" userId="6984d0e4-55fb-4bdb-aa49-e04b2dfb6feb" providerId="ADAL" clId="{5B75A0BE-F550-4DA7-ADD9-C5D08B16DEF0}" dt="2026-09-30T04:17:50.896" v="128" actId="478"/>
          <ac:spMkLst>
            <pc:docMk/>
            <pc:sldMk cId="832248779" sldId="752"/>
            <ac:spMk id="51" creationId="{7F550AA3-64A0-470D-B702-0BB426D7FD79}"/>
          </ac:spMkLst>
        </pc:spChg>
        <pc:spChg chg="topLvl">
          <ac:chgData name="Zhang, Aiyin" userId="6984d0e4-55fb-4bdb-aa49-e04b2dfb6feb" providerId="ADAL" clId="{5B75A0BE-F550-4DA7-ADD9-C5D08B16DEF0}" dt="2026-09-30T17:18:09.818" v="557" actId="478"/>
          <ac:spMkLst>
            <pc:docMk/>
            <pc:sldMk cId="832248779" sldId="752"/>
            <ac:spMk id="57" creationId="{D891F970-64D8-46F8-BBD3-E816146E9825}"/>
          </ac:spMkLst>
        </pc:spChg>
        <pc:spChg chg="mod">
          <ac:chgData name="Zhang, Aiyin" userId="6984d0e4-55fb-4bdb-aa49-e04b2dfb6feb" providerId="ADAL" clId="{5B75A0BE-F550-4DA7-ADD9-C5D08B16DEF0}" dt="2026-09-30T04:17:20.524" v="106"/>
          <ac:spMkLst>
            <pc:docMk/>
            <pc:sldMk cId="832248779" sldId="752"/>
            <ac:spMk id="59" creationId="{7207757A-9B70-4CA7-B87F-146895E40803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3" creationId="{04589D77-34A4-4FFA-99E2-07D1FBADBC58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5" creationId="{7CA17D26-EABE-4C51-9BC8-7E8EAF4DDEF1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6" creationId="{D12AAA1E-5110-4E5C-8CA2-0684674604FF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7" creationId="{05D335B2-C857-492D-8191-A1C70DC4C1F8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8" creationId="{C30E665C-1667-45D2-BDE1-3864BAF7F07A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9" creationId="{2146A3AC-DC44-4D6D-B42D-4B52143DB58F}"/>
          </ac:spMkLst>
        </pc:spChg>
        <pc:spChg chg="add mod">
          <ac:chgData name="Zhang, Aiyin" userId="6984d0e4-55fb-4bdb-aa49-e04b2dfb6feb" providerId="ADAL" clId="{5B75A0BE-F550-4DA7-ADD9-C5D08B16DEF0}" dt="2026-09-30T04:20:04.150" v="160" actId="1035"/>
          <ac:spMkLst>
            <pc:docMk/>
            <pc:sldMk cId="832248779" sldId="752"/>
            <ac:spMk id="70" creationId="{F5F236DA-EFA7-4B40-970E-8677128B0A64}"/>
          </ac:spMkLst>
        </pc:spChg>
        <pc:spChg chg="del">
          <ac:chgData name="Zhang, Aiyin" userId="6984d0e4-55fb-4bdb-aa49-e04b2dfb6feb" providerId="ADAL" clId="{5B75A0BE-F550-4DA7-ADD9-C5D08B16DEF0}" dt="2026-09-30T17:18:05.927" v="556" actId="478"/>
          <ac:spMkLst>
            <pc:docMk/>
            <pc:sldMk cId="832248779" sldId="752"/>
            <ac:spMk id="72" creationId="{ADE234BD-2883-4540-8B78-EBF9B49B3AD4}"/>
          </ac:spMkLst>
        </pc:spChg>
        <pc:spChg chg="del topLvl">
          <ac:chgData name="Zhang, Aiyin" userId="6984d0e4-55fb-4bdb-aa49-e04b2dfb6feb" providerId="ADAL" clId="{5B75A0BE-F550-4DA7-ADD9-C5D08B16DEF0}" dt="2026-09-30T17:18:09.818" v="557" actId="478"/>
          <ac:spMkLst>
            <pc:docMk/>
            <pc:sldMk cId="832248779" sldId="752"/>
            <ac:spMk id="73" creationId="{4DB3B3F2-279B-4139-9A2B-3A51A8623518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78" creationId="{C3271C2C-5F52-4028-8D8A-C36CB5A6BF9D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79" creationId="{29E70199-F801-4542-A1F1-9DB38B1FC02B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0" creationId="{5BF24455-C25E-45FE-928E-3F529608A0B6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1" creationId="{EA6D6D20-032A-43D1-8D7E-38C988113EBE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2" creationId="{39F4FFEF-B7EB-4657-A958-E0FFB9F86C43}"/>
          </ac:spMkLst>
        </pc:spChg>
        <pc:spChg chg="mod">
          <ac:chgData name="Zhang, Aiyin" userId="6984d0e4-55fb-4bdb-aa49-e04b2dfb6feb" providerId="ADAL" clId="{5B75A0BE-F550-4DA7-ADD9-C5D08B16DEF0}" dt="2026-09-30T04:20:35.179" v="165" actId="571"/>
          <ac:spMkLst>
            <pc:docMk/>
            <pc:sldMk cId="832248779" sldId="752"/>
            <ac:spMk id="85" creationId="{51C2ABC0-D9C1-4B0D-B0BE-5803A5DC7562}"/>
          </ac:spMkLst>
        </pc:spChg>
        <pc:grpChg chg="del">
          <ac:chgData name="Zhang, Aiyin" userId="6984d0e4-55fb-4bdb-aa49-e04b2dfb6feb" providerId="ADAL" clId="{5B75A0BE-F550-4DA7-ADD9-C5D08B16DEF0}" dt="2026-09-30T04:18:17.972" v="137" actId="165"/>
          <ac:grpSpMkLst>
            <pc:docMk/>
            <pc:sldMk cId="832248779" sldId="752"/>
            <ac:grpSpMk id="26" creationId="{3A7F3D8C-E7B3-417F-9E0D-5AC2F54994F0}"/>
          </ac:grpSpMkLst>
        </pc:grpChg>
        <pc:grpChg chg="del">
          <ac:chgData name="Zhang, Aiyin" userId="6984d0e4-55fb-4bdb-aa49-e04b2dfb6feb" providerId="ADAL" clId="{5B75A0BE-F550-4DA7-ADD9-C5D08B16DEF0}" dt="2026-09-30T04:18:29.110" v="142" actId="165"/>
          <ac:grpSpMkLst>
            <pc:docMk/>
            <pc:sldMk cId="832248779" sldId="752"/>
            <ac:grpSpMk id="31" creationId="{DC83D896-539C-46D6-8FBE-D6F0A71E7BBD}"/>
          </ac:grpSpMkLst>
        </pc:grpChg>
        <pc:grpChg chg="add del">
          <ac:chgData name="Zhang, Aiyin" userId="6984d0e4-55fb-4bdb-aa49-e04b2dfb6feb" providerId="ADAL" clId="{5B75A0BE-F550-4DA7-ADD9-C5D08B16DEF0}" dt="2026-09-30T04:18:09.632" v="135" actId="165"/>
          <ac:grpSpMkLst>
            <pc:docMk/>
            <pc:sldMk cId="832248779" sldId="752"/>
            <ac:grpSpMk id="35" creationId="{105D4FC7-5936-4C59-B49A-5CE8738B1947}"/>
          </ac:grpSpMkLst>
        </pc:grpChg>
        <pc:grpChg chg="add mod">
          <ac:chgData name="Zhang, Aiyin" userId="6984d0e4-55fb-4bdb-aa49-e04b2dfb6feb" providerId="ADAL" clId="{5B75A0BE-F550-4DA7-ADD9-C5D08B16DEF0}" dt="2026-09-30T17:18:11.612" v="558"/>
          <ac:grpSpMkLst>
            <pc:docMk/>
            <pc:sldMk cId="832248779" sldId="752"/>
            <ac:grpSpMk id="39" creationId="{5239533C-D54B-4769-BFA7-82EE432144BB}"/>
          </ac:grpSpMkLst>
        </pc:grpChg>
        <pc:grpChg chg="del">
          <ac:chgData name="Zhang, Aiyin" userId="6984d0e4-55fb-4bdb-aa49-e04b2dfb6feb" providerId="ADAL" clId="{5B75A0BE-F550-4DA7-ADD9-C5D08B16DEF0}" dt="2026-09-30T04:17:58.857" v="131" actId="165"/>
          <ac:grpSpMkLst>
            <pc:docMk/>
            <pc:sldMk cId="832248779" sldId="752"/>
            <ac:grpSpMk id="39" creationId="{A70E27AB-3292-49BF-98A0-C8BD2C609D3A}"/>
          </ac:grpSpMkLst>
        </pc:grpChg>
        <pc:grpChg chg="add del">
          <ac:chgData name="Zhang, Aiyin" userId="6984d0e4-55fb-4bdb-aa49-e04b2dfb6feb" providerId="ADAL" clId="{5B75A0BE-F550-4DA7-ADD9-C5D08B16DEF0}" dt="2026-09-29T21:23:15.760" v="92" actId="165"/>
          <ac:grpSpMkLst>
            <pc:docMk/>
            <pc:sldMk cId="832248779" sldId="752"/>
            <ac:grpSpMk id="43" creationId="{1F707E3D-A76C-4D6B-B819-A78B222E6E6A}"/>
          </ac:grpSpMkLst>
        </pc:grpChg>
        <pc:grpChg chg="add del mod ord">
          <ac:chgData name="Zhang, Aiyin" userId="6984d0e4-55fb-4bdb-aa49-e04b2dfb6feb" providerId="ADAL" clId="{5B75A0BE-F550-4DA7-ADD9-C5D08B16DEF0}" dt="2026-09-30T04:17:51.852" v="129" actId="478"/>
          <ac:grpSpMkLst>
            <pc:docMk/>
            <pc:sldMk cId="832248779" sldId="752"/>
            <ac:grpSpMk id="52" creationId="{FBBDA126-FF51-4A09-9181-6018962CA7CA}"/>
          </ac:grpSpMkLst>
        </pc:grpChg>
        <pc:grpChg chg="del">
          <ac:chgData name="Zhang, Aiyin" userId="6984d0e4-55fb-4bdb-aa49-e04b2dfb6feb" providerId="ADAL" clId="{5B75A0BE-F550-4DA7-ADD9-C5D08B16DEF0}" dt="2026-09-30T17:18:09.818" v="557" actId="478"/>
          <ac:grpSpMkLst>
            <pc:docMk/>
            <pc:sldMk cId="832248779" sldId="752"/>
            <ac:grpSpMk id="55" creationId="{76AFA1CE-5359-4B72-B751-9B7617AE144C}"/>
          </ac:grpSpMkLst>
        </pc:grpChg>
        <pc:grpChg chg="add mod">
          <ac:chgData name="Zhang, Aiyin" userId="6984d0e4-55fb-4bdb-aa49-e04b2dfb6feb" providerId="ADAL" clId="{5B75A0BE-F550-4DA7-ADD9-C5D08B16DEF0}" dt="2026-09-30T04:19:40.364" v="148" actId="1076"/>
          <ac:grpSpMkLst>
            <pc:docMk/>
            <pc:sldMk cId="832248779" sldId="752"/>
            <ac:grpSpMk id="61" creationId="{1690C1CB-1C2A-48EA-A3CA-CEBD899746C6}"/>
          </ac:grpSpMkLst>
        </pc:grpChg>
        <pc:grpChg chg="add mod">
          <ac:chgData name="Zhang, Aiyin" userId="6984d0e4-55fb-4bdb-aa49-e04b2dfb6feb" providerId="ADAL" clId="{5B75A0BE-F550-4DA7-ADD9-C5D08B16DEF0}" dt="2026-09-30T04:19:40.364" v="148" actId="1076"/>
          <ac:grpSpMkLst>
            <pc:docMk/>
            <pc:sldMk cId="832248779" sldId="752"/>
            <ac:grpSpMk id="64" creationId="{47A2BCF1-6FF5-47A2-8A35-318FE9DB38E0}"/>
          </ac:grpSpMkLst>
        </pc:grpChg>
        <pc:grpChg chg="add mod">
          <ac:chgData name="Zhang, Aiyin" userId="6984d0e4-55fb-4bdb-aa49-e04b2dfb6feb" providerId="ADAL" clId="{5B75A0BE-F550-4DA7-ADD9-C5D08B16DEF0}" dt="2026-09-30T04:20:47.022" v="169" actId="1037"/>
          <ac:grpSpMkLst>
            <pc:docMk/>
            <pc:sldMk cId="832248779" sldId="752"/>
            <ac:grpSpMk id="76" creationId="{54C00C62-30CA-47A9-BE64-62E0BE25D0C9}"/>
          </ac:grpSpMkLst>
        </pc:grpChg>
        <pc:grpChg chg="mod">
          <ac:chgData name="Zhang, Aiyin" userId="6984d0e4-55fb-4bdb-aa49-e04b2dfb6feb" providerId="ADAL" clId="{5B75A0BE-F550-4DA7-ADD9-C5D08B16DEF0}" dt="2026-09-30T04:20:32.548" v="163"/>
          <ac:grpSpMkLst>
            <pc:docMk/>
            <pc:sldMk cId="832248779" sldId="752"/>
            <ac:grpSpMk id="77" creationId="{46143C4B-1D84-48C5-B0F7-00087258DDB6}"/>
          </ac:grpSpMkLst>
        </pc:grpChg>
        <pc:grpChg chg="add mod">
          <ac:chgData name="Zhang, Aiyin" userId="6984d0e4-55fb-4bdb-aa49-e04b2dfb6feb" providerId="ADAL" clId="{5B75A0BE-F550-4DA7-ADD9-C5D08B16DEF0}" dt="2026-09-30T04:20:35.179" v="165" actId="571"/>
          <ac:grpSpMkLst>
            <pc:docMk/>
            <pc:sldMk cId="832248779" sldId="752"/>
            <ac:grpSpMk id="83" creationId="{DCB9A5E2-4EE0-4CC7-80BB-5A067FAE3B7D}"/>
          </ac:grpSpMkLst>
        </pc:grp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9" creationId="{8BED72C4-7D5D-4A8A-BDCF-CE8452DF665A}"/>
          </ac:picMkLst>
        </pc:pic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11" creationId="{763D9F93-DE81-4D40-947C-5D0B490A58E2}"/>
          </ac:picMkLst>
        </pc:pic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19" creationId="{8CB8C8D9-37C8-4929-8D0D-C4A5CFF58B82}"/>
          </ac:picMkLst>
        </pc:pic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20" creationId="{76AA288A-7329-41BE-AB38-BCA4C2C76A2A}"/>
          </ac:picMkLst>
        </pc:picChg>
        <pc:picChg chg="add del mod ord">
          <ac:chgData name="Zhang, Aiyin" userId="6984d0e4-55fb-4bdb-aa49-e04b2dfb6feb" providerId="ADAL" clId="{5B75A0BE-F550-4DA7-ADD9-C5D08B16DEF0}" dt="2026-09-30T04:17:50.896" v="128" actId="478"/>
          <ac:picMkLst>
            <pc:docMk/>
            <pc:sldMk cId="832248779" sldId="752"/>
            <ac:picMk id="50" creationId="{C3143D12-2E2A-410C-A9B2-9672E8554AAB}"/>
          </ac:picMkLst>
        </pc:picChg>
        <pc:picChg chg="mod">
          <ac:chgData name="Zhang, Aiyin" userId="6984d0e4-55fb-4bdb-aa49-e04b2dfb6feb" providerId="ADAL" clId="{5B75A0BE-F550-4DA7-ADD9-C5D08B16DEF0}" dt="2026-09-30T04:17:20.524" v="106"/>
          <ac:picMkLst>
            <pc:docMk/>
            <pc:sldMk cId="832248779" sldId="752"/>
            <ac:picMk id="58" creationId="{2B0C7235-D260-4F9B-B208-A8983BD48E1F}"/>
          </ac:picMkLst>
        </pc:picChg>
        <pc:picChg chg="add mod">
          <ac:chgData name="Zhang, Aiyin" userId="6984d0e4-55fb-4bdb-aa49-e04b2dfb6feb" providerId="ADAL" clId="{5B75A0BE-F550-4DA7-ADD9-C5D08B16DEF0}" dt="2026-09-30T04:19:40.364" v="148" actId="1076"/>
          <ac:picMkLst>
            <pc:docMk/>
            <pc:sldMk cId="832248779" sldId="752"/>
            <ac:picMk id="60" creationId="{4680CF31-7F31-4129-A5B8-E14588EBD774}"/>
          </ac:picMkLst>
        </pc:picChg>
        <pc:picChg chg="mod">
          <ac:chgData name="Zhang, Aiyin" userId="6984d0e4-55fb-4bdb-aa49-e04b2dfb6feb" providerId="ADAL" clId="{5B75A0BE-F550-4DA7-ADD9-C5D08B16DEF0}" dt="2026-09-30T04:19:36.950" v="147"/>
          <ac:picMkLst>
            <pc:docMk/>
            <pc:sldMk cId="832248779" sldId="752"/>
            <ac:picMk id="62" creationId="{CAE588CE-8DBE-4DF9-A6C5-8BA7E328BA31}"/>
          </ac:picMkLst>
        </pc:picChg>
        <pc:picChg chg="add del mod">
          <ac:chgData name="Zhang, Aiyin" userId="6984d0e4-55fb-4bdb-aa49-e04b2dfb6feb" providerId="ADAL" clId="{5B75A0BE-F550-4DA7-ADD9-C5D08B16DEF0}" dt="2026-09-30T04:19:56.068" v="152" actId="478"/>
          <ac:picMkLst>
            <pc:docMk/>
            <pc:sldMk cId="832248779" sldId="752"/>
            <ac:picMk id="71" creationId="{5E9102D1-5C8E-45BE-83D9-D212F73A9561}"/>
          </ac:picMkLst>
        </pc:picChg>
        <pc:picChg chg="mod">
          <ac:chgData name="Zhang, Aiyin" userId="6984d0e4-55fb-4bdb-aa49-e04b2dfb6feb" providerId="ADAL" clId="{5B75A0BE-F550-4DA7-ADD9-C5D08B16DEF0}" dt="2026-09-30T04:20:35.179" v="165" actId="571"/>
          <ac:picMkLst>
            <pc:docMk/>
            <pc:sldMk cId="832248779" sldId="752"/>
            <ac:picMk id="84" creationId="{F0F1CA3A-1C2C-4DFE-B5D8-2493A94CA976}"/>
          </ac:picMkLst>
        </pc:picChg>
      </pc:sldChg>
      <pc:sldChg chg="addSp delSp modSp mod">
        <pc:chgData name="Zhang, Aiyin" userId="6984d0e4-55fb-4bdb-aa49-e04b2dfb6feb" providerId="ADAL" clId="{5B75A0BE-F550-4DA7-ADD9-C5D08B16DEF0}" dt="2026-09-30T17:20:54.526" v="606" actId="20577"/>
        <pc:sldMkLst>
          <pc:docMk/>
          <pc:sldMk cId="27170180" sldId="753"/>
        </pc:sldMkLst>
        <pc:spChg chg="mod">
          <ac:chgData name="Zhang, Aiyin" userId="6984d0e4-55fb-4bdb-aa49-e04b2dfb6feb" providerId="ADAL" clId="{5B75A0BE-F550-4DA7-ADD9-C5D08B16DEF0}" dt="2026-09-30T17:08:40.084" v="378" actId="1076"/>
          <ac:spMkLst>
            <pc:docMk/>
            <pc:sldMk cId="27170180" sldId="753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29T20:48:56.591" v="30" actId="1076"/>
          <ac:spMkLst>
            <pc:docMk/>
            <pc:sldMk cId="27170180" sldId="753"/>
            <ac:spMk id="9" creationId="{DA92F859-53FA-4C02-B1E8-7251F78BDD82}"/>
          </ac:spMkLst>
        </pc:spChg>
        <pc:spChg chg="mod">
          <ac:chgData name="Zhang, Aiyin" userId="6984d0e4-55fb-4bdb-aa49-e04b2dfb6feb" providerId="ADAL" clId="{5B75A0BE-F550-4DA7-ADD9-C5D08B16DEF0}" dt="2026-09-30T17:20:54.526" v="606" actId="20577"/>
          <ac:spMkLst>
            <pc:docMk/>
            <pc:sldMk cId="27170180" sldId="753"/>
            <ac:spMk id="20" creationId="{0F0545BC-8BB4-4587-A8E3-DEC22EB45D4B}"/>
          </ac:spMkLst>
        </pc:spChg>
        <pc:spChg chg="add del mod">
          <ac:chgData name="Zhang, Aiyin" userId="6984d0e4-55fb-4bdb-aa49-e04b2dfb6feb" providerId="ADAL" clId="{5B75A0BE-F550-4DA7-ADD9-C5D08B16DEF0}" dt="2026-09-29T20:48:33.255" v="24" actId="478"/>
          <ac:spMkLst>
            <pc:docMk/>
            <pc:sldMk cId="27170180" sldId="753"/>
            <ac:spMk id="29" creationId="{AF68BDCC-D1DD-4749-BD3E-41B0300FDC8D}"/>
          </ac:spMkLst>
        </pc:spChg>
        <pc:spChg chg="add del mod">
          <ac:chgData name="Zhang, Aiyin" userId="6984d0e4-55fb-4bdb-aa49-e04b2dfb6feb" providerId="ADAL" clId="{5B75A0BE-F550-4DA7-ADD9-C5D08B16DEF0}" dt="2026-09-29T20:48:44.224" v="27" actId="478"/>
          <ac:spMkLst>
            <pc:docMk/>
            <pc:sldMk cId="27170180" sldId="753"/>
            <ac:spMk id="30" creationId="{2C0E2208-290B-4F86-9034-25F5291B5655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32" creationId="{58E5CB2F-06AB-463A-AE8F-BC762BA4D8B7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33" creationId="{EEF088BD-F2BD-481D-8C62-9242317AB913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4" creationId="{EE682658-F9D1-423F-9C87-D98E1FC768FE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5" creationId="{59F3EF39-5021-480A-9ECD-0AEDEC585F5D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7" creationId="{A84E7F5C-2FCA-4020-BDF3-3840507F75D0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40" creationId="{2A8C0755-48BA-4FC6-B266-3D29CB24F137}"/>
          </ac:spMkLst>
        </pc:spChg>
        <pc:grpChg chg="del mod">
          <ac:chgData name="Zhang, Aiyin" userId="6984d0e4-55fb-4bdb-aa49-e04b2dfb6feb" providerId="ADAL" clId="{5B75A0BE-F550-4DA7-ADD9-C5D08B16DEF0}" dt="2026-09-29T20:48:33.255" v="24" actId="478"/>
          <ac:grpSpMkLst>
            <pc:docMk/>
            <pc:sldMk cId="27170180" sldId="753"/>
            <ac:grpSpMk id="5" creationId="{AE7C67A8-7799-41CD-A9C6-DEDBE5957AB7}"/>
          </ac:grpSpMkLst>
        </pc:grpChg>
        <pc:grpChg chg="del mod">
          <ac:chgData name="Zhang, Aiyin" userId="6984d0e4-55fb-4bdb-aa49-e04b2dfb6feb" providerId="ADAL" clId="{5B75A0BE-F550-4DA7-ADD9-C5D08B16DEF0}" dt="2026-09-29T20:48:33.255" v="24" actId="478"/>
          <ac:grpSpMkLst>
            <pc:docMk/>
            <pc:sldMk cId="27170180" sldId="753"/>
            <ac:grpSpMk id="6" creationId="{8E434F6F-1F04-4F74-A9E1-6873213619E6}"/>
          </ac:grpSpMkLst>
        </pc:grpChg>
        <pc:grpChg chg="del mod">
          <ac:chgData name="Zhang, Aiyin" userId="6984d0e4-55fb-4bdb-aa49-e04b2dfb6feb" providerId="ADAL" clId="{5B75A0BE-F550-4DA7-ADD9-C5D08B16DEF0}" dt="2026-09-29T20:48:33.255" v="24" actId="478"/>
          <ac:grpSpMkLst>
            <pc:docMk/>
            <pc:sldMk cId="27170180" sldId="753"/>
            <ac:grpSpMk id="26" creationId="{8FBF22D9-5E8A-40AB-9611-F44D540FCFAD}"/>
          </ac:grpSpMkLst>
        </pc:grpChg>
        <pc:grpChg chg="add mod">
          <ac:chgData name="Zhang, Aiyin" userId="6984d0e4-55fb-4bdb-aa49-e04b2dfb6feb" providerId="ADAL" clId="{5B75A0BE-F550-4DA7-ADD9-C5D08B16DEF0}" dt="2026-09-29T20:48:39.171" v="26" actId="1076"/>
          <ac:grpSpMkLst>
            <pc:docMk/>
            <pc:sldMk cId="27170180" sldId="753"/>
            <ac:grpSpMk id="31" creationId="{7C0683BC-36A0-4129-A166-E078AEE738ED}"/>
          </ac:grpSpMkLst>
        </pc:grpChg>
        <pc:grpChg chg="add mod">
          <ac:chgData name="Zhang, Aiyin" userId="6984d0e4-55fb-4bdb-aa49-e04b2dfb6feb" providerId="ADAL" clId="{5B75A0BE-F550-4DA7-ADD9-C5D08B16DEF0}" dt="2026-09-29T20:48:39.171" v="26" actId="1076"/>
          <ac:grpSpMkLst>
            <pc:docMk/>
            <pc:sldMk cId="27170180" sldId="753"/>
            <ac:grpSpMk id="38" creationId="{367B2000-B098-4356-B15A-B9CFC3AD18F7}"/>
          </ac:grpSpMkLst>
        </pc:grpChg>
        <pc:picChg chg="add mod">
          <ac:chgData name="Zhang, Aiyin" userId="6984d0e4-55fb-4bdb-aa49-e04b2dfb6feb" providerId="ADAL" clId="{5B75A0BE-F550-4DA7-ADD9-C5D08B16DEF0}" dt="2026-09-29T20:48:39.171" v="26" actId="1076"/>
          <ac:picMkLst>
            <pc:docMk/>
            <pc:sldMk cId="27170180" sldId="753"/>
            <ac:picMk id="36" creationId="{C55ECEDD-4B94-465B-82E0-EF5CFC83E4F6}"/>
          </ac:picMkLst>
        </pc:picChg>
        <pc:picChg chg="mod">
          <ac:chgData name="Zhang, Aiyin" userId="6984d0e4-55fb-4bdb-aa49-e04b2dfb6feb" providerId="ADAL" clId="{5B75A0BE-F550-4DA7-ADD9-C5D08B16DEF0}" dt="2026-09-29T20:48:33.679" v="25"/>
          <ac:picMkLst>
            <pc:docMk/>
            <pc:sldMk cId="27170180" sldId="753"/>
            <ac:picMk id="39" creationId="{5B8B6B7B-D898-45E1-A2D9-5096E489BC8E}"/>
          </ac:picMkLst>
        </pc:picChg>
      </pc:sldChg>
      <pc:sldChg chg="addSp delSp modSp add del mod">
        <pc:chgData name="Zhang, Aiyin" userId="6984d0e4-55fb-4bdb-aa49-e04b2dfb6feb" providerId="ADAL" clId="{5B75A0BE-F550-4DA7-ADD9-C5D08B16DEF0}" dt="2026-09-29T20:53:14.288" v="68" actId="47"/>
        <pc:sldMkLst>
          <pc:docMk/>
          <pc:sldMk cId="8706805" sldId="754"/>
        </pc:sldMkLst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5" creationId="{07F3BAD4-41F7-41EA-BB71-7C618B058D14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6" creationId="{15428FDF-F48C-4D33-9F24-087F42B1ED71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7" creationId="{7484CCC5-BA46-4C82-A2F8-B997BC7D2688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8" creationId="{5C54BAC5-51AF-47A4-BB58-7AA4B1D4316D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9" creationId="{5F251FBA-E8A9-42FC-99F6-C387D94D53BF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30" creationId="{7BC75ADC-9584-442A-8E6E-BBBFA864D407}"/>
          </ac:spMkLst>
        </pc:spChg>
        <pc:grpChg chg="add mod">
          <ac:chgData name="Zhang, Aiyin" userId="6984d0e4-55fb-4bdb-aa49-e04b2dfb6feb" providerId="ADAL" clId="{5B75A0BE-F550-4DA7-ADD9-C5D08B16DEF0}" dt="2026-09-29T20:49:27.436" v="34"/>
          <ac:grpSpMkLst>
            <pc:docMk/>
            <pc:sldMk cId="8706805" sldId="754"/>
            <ac:grpSpMk id="23" creationId="{0EAFDB74-C616-4066-9FCA-C25615A48C16}"/>
          </ac:grpSpMkLst>
        </pc:grpChg>
        <pc:grpChg chg="del">
          <ac:chgData name="Zhang, Aiyin" userId="6984d0e4-55fb-4bdb-aa49-e04b2dfb6feb" providerId="ADAL" clId="{5B75A0BE-F550-4DA7-ADD9-C5D08B16DEF0}" dt="2026-09-29T20:49:22.877" v="32" actId="478"/>
          <ac:grpSpMkLst>
            <pc:docMk/>
            <pc:sldMk cId="8706805" sldId="754"/>
            <ac:grpSpMk id="38" creationId="{367B2000-B098-4356-B15A-B9CFC3AD18F7}"/>
          </ac:grpSpMkLst>
        </pc:grpChg>
        <pc:picChg chg="add mod">
          <ac:chgData name="Zhang, Aiyin" userId="6984d0e4-55fb-4bdb-aa49-e04b2dfb6feb" providerId="ADAL" clId="{5B75A0BE-F550-4DA7-ADD9-C5D08B16DEF0}" dt="2026-09-29T20:49:27.436" v="34"/>
          <ac:picMkLst>
            <pc:docMk/>
            <pc:sldMk cId="8706805" sldId="754"/>
            <ac:picMk id="22" creationId="{89A637E2-A543-4345-BFD9-23E7B1A9154B}"/>
          </ac:picMkLst>
        </pc:picChg>
        <pc:picChg chg="mod">
          <ac:chgData name="Zhang, Aiyin" userId="6984d0e4-55fb-4bdb-aa49-e04b2dfb6feb" providerId="ADAL" clId="{5B75A0BE-F550-4DA7-ADD9-C5D08B16DEF0}" dt="2026-09-29T20:49:27.436" v="34"/>
          <ac:picMkLst>
            <pc:docMk/>
            <pc:sldMk cId="8706805" sldId="754"/>
            <ac:picMk id="24" creationId="{02AC2994-827C-47FB-B7A8-59D5F6C122D9}"/>
          </ac:picMkLst>
        </pc:picChg>
        <pc:picChg chg="del">
          <ac:chgData name="Zhang, Aiyin" userId="6984d0e4-55fb-4bdb-aa49-e04b2dfb6feb" providerId="ADAL" clId="{5B75A0BE-F550-4DA7-ADD9-C5D08B16DEF0}" dt="2026-09-29T20:49:27.044" v="33" actId="478"/>
          <ac:picMkLst>
            <pc:docMk/>
            <pc:sldMk cId="8706805" sldId="754"/>
            <ac:picMk id="36" creationId="{C55ECEDD-4B94-465B-82E0-EF5CFC83E4F6}"/>
          </ac:picMkLst>
        </pc:picChg>
      </pc:sldChg>
      <pc:sldChg chg="addSp delSp modSp add mod ord">
        <pc:chgData name="Zhang, Aiyin" userId="6984d0e4-55fb-4bdb-aa49-e04b2dfb6feb" providerId="ADAL" clId="{5B75A0BE-F550-4DA7-ADD9-C5D08B16DEF0}" dt="2026-09-30T17:55:16.714" v="629" actId="20577"/>
        <pc:sldMkLst>
          <pc:docMk/>
          <pc:sldMk cId="623840585" sldId="755"/>
        </pc:sldMkLst>
        <pc:spChg chg="mod">
          <ac:chgData name="Zhang, Aiyin" userId="6984d0e4-55fb-4bdb-aa49-e04b2dfb6feb" providerId="ADAL" clId="{5B75A0BE-F550-4DA7-ADD9-C5D08B16DEF0}" dt="2026-09-30T17:55:16.714" v="629" actId="20577"/>
          <ac:spMkLst>
            <pc:docMk/>
            <pc:sldMk cId="623840585" sldId="755"/>
            <ac:spMk id="20" creationId="{0F0545BC-8BB4-4587-A8E3-DEC22EB45D4B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3" creationId="{0BDA7104-1CFF-4E03-8D38-F258DF0D3846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4" creationId="{58EA1EA3-BD4F-4582-8DEE-FEE9969AE98F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5" creationId="{1C4F9835-C50C-485E-83C0-B23354AF323E}"/>
          </ac:spMkLst>
        </pc:spChg>
        <pc:spChg chg="add mod">
          <ac:chgData name="Zhang, Aiyin" userId="6984d0e4-55fb-4bdb-aa49-e04b2dfb6feb" providerId="ADAL" clId="{5B75A0BE-F550-4DA7-ADD9-C5D08B16DEF0}" dt="2026-09-30T04:20:29.552" v="162" actId="164"/>
          <ac:spMkLst>
            <pc:docMk/>
            <pc:sldMk cId="623840585" sldId="755"/>
            <ac:spMk id="26" creationId="{C0F5BA19-F7FF-4B24-9C66-5391F9517C5F}"/>
          </ac:spMkLst>
        </pc:spChg>
        <pc:spChg chg="add mod">
          <ac:chgData name="Zhang, Aiyin" userId="6984d0e4-55fb-4bdb-aa49-e04b2dfb6feb" providerId="ADAL" clId="{5B75A0BE-F550-4DA7-ADD9-C5D08B16DEF0}" dt="2026-09-30T04:20:29.552" v="162" actId="164"/>
          <ac:spMkLst>
            <pc:docMk/>
            <pc:sldMk cId="623840585" sldId="755"/>
            <ac:spMk id="27" creationId="{2199B188-61C4-4855-B92E-F8B58A255666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29" creationId="{D64480F2-E784-459B-927A-FC60E41E81AB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30" creationId="{CF9E250D-6209-47A9-BE7A-0FAE4CE454EC}"/>
          </ac:spMkLst>
        </pc:spChg>
        <pc:spChg chg="del">
          <ac:chgData name="Zhang, Aiyin" userId="6984d0e4-55fb-4bdb-aa49-e04b2dfb6feb" providerId="ADAL" clId="{5B75A0BE-F550-4DA7-ADD9-C5D08B16DEF0}" dt="2026-09-29T20:52:21.939" v="56" actId="478"/>
          <ac:spMkLst>
            <pc:docMk/>
            <pc:sldMk cId="623840585" sldId="755"/>
            <ac:spMk id="34" creationId="{EE682658-F9D1-423F-9C87-D98E1FC768FE}"/>
          </ac:spMkLst>
        </pc:spChg>
        <pc:spChg chg="del">
          <ac:chgData name="Zhang, Aiyin" userId="6984d0e4-55fb-4bdb-aa49-e04b2dfb6feb" providerId="ADAL" clId="{5B75A0BE-F550-4DA7-ADD9-C5D08B16DEF0}" dt="2026-09-29T20:52:25.457" v="57" actId="478"/>
          <ac:spMkLst>
            <pc:docMk/>
            <pc:sldMk cId="623840585" sldId="755"/>
            <ac:spMk id="35" creationId="{59F3EF39-5021-480A-9ECD-0AEDEC585F5D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1" creationId="{5A868AC7-03E3-495B-81E6-1F260D61F4EA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2" creationId="{8833728F-823A-472E-A243-01F1261EA727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3" creationId="{CF6F43AD-4320-477D-9D39-31DE159F66EC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4" creationId="{BE8A7631-F0E9-4CB2-A8F8-9D3F15769D2B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47" creationId="{47900FF4-362E-44F2-A638-3932A3AA9C2B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48" creationId="{A6CC73B1-413F-4407-A8F3-CF5ACEB0BD90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49" creationId="{AAEE82B7-022F-4732-ACEA-DF0F82E80D05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50" creationId="{08FE8B9E-D678-476B-ABFE-E5C6DE3653FC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51" creationId="{579FF8D3-2572-4BD4-A7BD-8B1E22343A0C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52" creationId="{552E3365-1876-4489-B411-EA619214E5AC}"/>
          </ac:spMkLst>
        </pc:spChg>
        <pc:spChg chg="del mod">
          <ac:chgData name="Zhang, Aiyin" userId="6984d0e4-55fb-4bdb-aa49-e04b2dfb6feb" providerId="ADAL" clId="{5B75A0BE-F550-4DA7-ADD9-C5D08B16DEF0}" dt="2026-09-29T20:52:07.246" v="55" actId="478"/>
          <ac:spMkLst>
            <pc:docMk/>
            <pc:sldMk cId="623840585" sldId="755"/>
            <ac:spMk id="55" creationId="{46ADE22F-27A5-4987-9333-5DC1D7F07932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6" creationId="{28E39DC1-FC08-4014-AF1D-8FF12B0D4BDC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7" creationId="{F1EA92DD-EC3A-4711-8D57-61076C6A23DB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8" creationId="{7C193E4F-DF6F-4496-8B0C-2B985F991817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9" creationId="{800AF07B-CFE9-4014-BFF6-FF3A0BF65F5D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60" creationId="{718FB31B-1B6C-465C-8ED9-853E73A99E72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1" creationId="{3C4CE7A4-A7BD-41C9-A8A0-E30F76C0AEE4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3" creationId="{F9EA2567-A4A5-44E2-BE2D-CCAC3D60835C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4" creationId="{4483364C-D6A9-4A91-B918-8071AFDD29A6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5" creationId="{B2387D57-B791-4A53-88D9-A5D025B2744E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6" creationId="{8CACB710-31FD-4698-A621-555F0665A3D9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7" creationId="{B44F8219-68D1-46B9-9A97-C51279427EE7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3" creationId="{F065FB4A-6D10-4938-BE54-B1063DA84031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4" creationId="{57BA4193-99FE-48DA-A5A4-A045CA1A368E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5" creationId="{D990BE64-2015-4924-84DB-6528142D202A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6" creationId="{8B059DCA-A9C2-48F2-B643-CDEAC73A91C5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7" creationId="{46A599CF-64F0-481E-9B59-D99ED1A5A416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8" creationId="{43F2F126-9594-4553-982E-698F759A2FA5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9" creationId="{DD0E6A59-9ECD-4227-9A15-88ECD21B54B3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80" creationId="{9FFC33FF-6CE9-489B-A999-B91459F2092A}"/>
          </ac:spMkLst>
        </pc:spChg>
        <pc:spChg chg="add del mod">
          <ac:chgData name="Zhang, Aiyin" userId="6984d0e4-55fb-4bdb-aa49-e04b2dfb6feb" providerId="ADAL" clId="{5B75A0BE-F550-4DA7-ADD9-C5D08B16DEF0}" dt="2026-09-30T17:13:46.089" v="518" actId="478"/>
          <ac:spMkLst>
            <pc:docMk/>
            <pc:sldMk cId="623840585" sldId="755"/>
            <ac:spMk id="81" creationId="{351053E8-5607-47C7-AD03-F82823250F00}"/>
          </ac:spMkLst>
        </pc:spChg>
        <pc:grpChg chg="add mod">
          <ac:chgData name="Zhang, Aiyin" userId="6984d0e4-55fb-4bdb-aa49-e04b2dfb6feb" providerId="ADAL" clId="{5B75A0BE-F550-4DA7-ADD9-C5D08B16DEF0}" dt="2026-09-30T04:20:29.552" v="162" actId="164"/>
          <ac:grpSpMkLst>
            <pc:docMk/>
            <pc:sldMk cId="623840585" sldId="755"/>
            <ac:grpSpMk id="2" creationId="{44D27DF1-87F3-403E-AFAC-5B699EC9660F}"/>
          </ac:grpSpMkLst>
        </pc:grpChg>
        <pc:grpChg chg="add mod">
          <ac:chgData name="Zhang, Aiyin" userId="6984d0e4-55fb-4bdb-aa49-e04b2dfb6feb" providerId="ADAL" clId="{5B75A0BE-F550-4DA7-ADD9-C5D08B16DEF0}" dt="2026-09-30T04:20:29.552" v="162" actId="164"/>
          <ac:grpSpMkLst>
            <pc:docMk/>
            <pc:sldMk cId="623840585" sldId="755"/>
            <ac:grpSpMk id="4" creationId="{A55964AE-226A-4D69-8EEB-9807DD2C3911}"/>
          </ac:grpSpMkLst>
        </pc:grpChg>
        <pc:grpChg chg="add del">
          <ac:chgData name="Zhang, Aiyin" userId="6984d0e4-55fb-4bdb-aa49-e04b2dfb6feb" providerId="ADAL" clId="{5B75A0BE-F550-4DA7-ADD9-C5D08B16DEF0}" dt="2026-09-30T17:17:58.192" v="555" actId="21"/>
          <ac:grpSpMkLst>
            <pc:docMk/>
            <pc:sldMk cId="623840585" sldId="755"/>
            <ac:grpSpMk id="18" creationId="{C7BABAB5-08B7-4059-BE88-C4E7D914B955}"/>
          </ac:grpSpMkLst>
        </pc:grpChg>
        <pc:grpChg chg="add del mod">
          <ac:chgData name="Zhang, Aiyin" userId="6984d0e4-55fb-4bdb-aa49-e04b2dfb6feb" providerId="ADAL" clId="{5B75A0BE-F550-4DA7-ADD9-C5D08B16DEF0}" dt="2026-09-29T20:51:27.778" v="42"/>
          <ac:grpSpMkLst>
            <pc:docMk/>
            <pc:sldMk cId="623840585" sldId="755"/>
            <ac:grpSpMk id="28" creationId="{9B118F4C-7472-4D12-877A-17455813EB32}"/>
          </ac:grpSpMkLst>
        </pc:grpChg>
        <pc:grpChg chg="mod">
          <ac:chgData name="Zhang, Aiyin" userId="6984d0e4-55fb-4bdb-aa49-e04b2dfb6feb" providerId="ADAL" clId="{5B75A0BE-F550-4DA7-ADD9-C5D08B16DEF0}" dt="2026-09-29T20:52:59.808" v="60" actId="1076"/>
          <ac:grpSpMkLst>
            <pc:docMk/>
            <pc:sldMk cId="623840585" sldId="755"/>
            <ac:grpSpMk id="31" creationId="{7C0683BC-36A0-4129-A166-E078AEE738ED}"/>
          </ac:grpSpMkLst>
        </pc:grpChg>
        <pc:grpChg chg="add del mod">
          <ac:chgData name="Zhang, Aiyin" userId="6984d0e4-55fb-4bdb-aa49-e04b2dfb6feb" providerId="ADAL" clId="{5B75A0BE-F550-4DA7-ADD9-C5D08B16DEF0}" dt="2026-09-29T20:51:35.153" v="48"/>
          <ac:grpSpMkLst>
            <pc:docMk/>
            <pc:sldMk cId="623840585" sldId="755"/>
            <ac:grpSpMk id="46" creationId="{4880CC24-74EF-4EE4-B9F4-7A3DBACFD467}"/>
          </ac:grpSpMkLst>
        </pc:grpChg>
        <pc:grpChg chg="add mod">
          <ac:chgData name="Zhang, Aiyin" userId="6984d0e4-55fb-4bdb-aa49-e04b2dfb6feb" providerId="ADAL" clId="{5B75A0BE-F550-4DA7-ADD9-C5D08B16DEF0}" dt="2026-09-29T20:51:59.908" v="54" actId="1038"/>
          <ac:grpSpMkLst>
            <pc:docMk/>
            <pc:sldMk cId="623840585" sldId="755"/>
            <ac:grpSpMk id="54" creationId="{C0C758F4-061A-4FFD-B96B-5A6494D0BCE7}"/>
          </ac:grpSpMkLst>
        </pc:grpChg>
        <pc:grpChg chg="add mod">
          <ac:chgData name="Zhang, Aiyin" userId="6984d0e4-55fb-4bdb-aa49-e04b2dfb6feb" providerId="ADAL" clId="{5B75A0BE-F550-4DA7-ADD9-C5D08B16DEF0}" dt="2026-09-29T20:52:59.808" v="60" actId="1076"/>
          <ac:grpSpMkLst>
            <pc:docMk/>
            <pc:sldMk cId="623840585" sldId="755"/>
            <ac:grpSpMk id="68" creationId="{2F3BAAF8-0FA1-425C-84B5-E90037358E84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69" creationId="{0B017E4D-9168-4188-A2FC-22D3DEEE8D1F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0" creationId="{55F50D84-A30D-47AE-9AF5-5C9936A625DD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1" creationId="{A102ADB5-198E-49CC-985B-C71AC6699468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2" creationId="{E7020129-EF0C-4172-878E-EC8BD6CD34A4}"/>
          </ac:grpSpMkLst>
        </pc:grpChg>
        <pc:picChg chg="add del mod">
          <ac:chgData name="Zhang, Aiyin" userId="6984d0e4-55fb-4bdb-aa49-e04b2dfb6feb" providerId="ADAL" clId="{5B75A0BE-F550-4DA7-ADD9-C5D08B16DEF0}" dt="2026-09-29T20:50:49.709" v="38" actId="478"/>
          <ac:picMkLst>
            <pc:docMk/>
            <pc:sldMk cId="623840585" sldId="755"/>
            <ac:picMk id="22" creationId="{76836F77-9214-4AE7-A670-7291F2DEAF92}"/>
          </ac:picMkLst>
        </pc:picChg>
        <pc:picChg chg="mod">
          <ac:chgData name="Zhang, Aiyin" userId="6984d0e4-55fb-4bdb-aa49-e04b2dfb6feb" providerId="ADAL" clId="{5B75A0BE-F550-4DA7-ADD9-C5D08B16DEF0}" dt="2026-09-29T20:51:31.560" v="45" actId="1076"/>
          <ac:picMkLst>
            <pc:docMk/>
            <pc:sldMk cId="623840585" sldId="755"/>
            <ac:picMk id="36" creationId="{C55ECEDD-4B94-465B-82E0-EF5CFC83E4F6}"/>
          </ac:picMkLst>
        </pc:picChg>
        <pc:picChg chg="add mod">
          <ac:chgData name="Zhang, Aiyin" userId="6984d0e4-55fb-4bdb-aa49-e04b2dfb6feb" providerId="ADAL" clId="{5B75A0BE-F550-4DA7-ADD9-C5D08B16DEF0}" dt="2026-09-29T20:51:26.778" v="41" actId="571"/>
          <ac:picMkLst>
            <pc:docMk/>
            <pc:sldMk cId="623840585" sldId="755"/>
            <ac:picMk id="45" creationId="{9D125784-7A85-4513-8AFD-D2111BCD3F5A}"/>
          </ac:picMkLst>
        </pc:picChg>
        <pc:picChg chg="add mod">
          <ac:chgData name="Zhang, Aiyin" userId="6984d0e4-55fb-4bdb-aa49-e04b2dfb6feb" providerId="ADAL" clId="{5B75A0BE-F550-4DA7-ADD9-C5D08B16DEF0}" dt="2026-09-29T20:51:34.757" v="47" actId="571"/>
          <ac:picMkLst>
            <pc:docMk/>
            <pc:sldMk cId="623840585" sldId="755"/>
            <ac:picMk id="53" creationId="{C4B8C2C1-FC95-4C15-90C2-EC18915ADAA6}"/>
          </ac:picMkLst>
        </pc:picChg>
        <pc:picChg chg="add mod">
          <ac:chgData name="Zhang, Aiyin" userId="6984d0e4-55fb-4bdb-aa49-e04b2dfb6feb" providerId="ADAL" clId="{5B75A0BE-F550-4DA7-ADD9-C5D08B16DEF0}" dt="2026-09-30T17:17:38.481" v="553" actId="1076"/>
          <ac:picMkLst>
            <pc:docMk/>
            <pc:sldMk cId="623840585" sldId="755"/>
            <ac:picMk id="62" creationId="{9178DAEB-F889-4639-B149-BDDDB0DEA9BB}"/>
          </ac:picMkLst>
        </pc:picChg>
      </pc:sldChg>
      <pc:sldChg chg="addSp delSp modSp add mod modNotesTx">
        <pc:chgData name="Zhang, Aiyin" userId="6984d0e4-55fb-4bdb-aa49-e04b2dfb6feb" providerId="ADAL" clId="{5B75A0BE-F550-4DA7-ADD9-C5D08B16DEF0}" dt="2026-09-30T17:23:20.379" v="610" actId="20577"/>
        <pc:sldMkLst>
          <pc:docMk/>
          <pc:sldMk cId="922690811" sldId="756"/>
        </pc:sldMkLst>
        <pc:spChg chg="mod">
          <ac:chgData name="Zhang, Aiyin" userId="6984d0e4-55fb-4bdb-aa49-e04b2dfb6feb" providerId="ADAL" clId="{5B75A0BE-F550-4DA7-ADD9-C5D08B16DEF0}" dt="2026-09-30T04:16:52.522" v="104" actId="1076"/>
          <ac:spMkLst>
            <pc:docMk/>
            <pc:sldMk cId="922690811" sldId="756"/>
            <ac:spMk id="2" creationId="{11C000F5-F5AF-436B-AB92-79C65C7400D1}"/>
          </ac:spMkLst>
        </pc:spChg>
        <pc:spChg chg="del">
          <ac:chgData name="Zhang, Aiyin" userId="6984d0e4-55fb-4bdb-aa49-e04b2dfb6feb" providerId="ADAL" clId="{5B75A0BE-F550-4DA7-ADD9-C5D08B16DEF0}" dt="2026-09-30T04:16:58.068" v="105" actId="478"/>
          <ac:spMkLst>
            <pc:docMk/>
            <pc:sldMk cId="922690811" sldId="756"/>
            <ac:spMk id="5" creationId="{33591D8A-C354-1FE8-8907-FE9420F486F3}"/>
          </ac:spMkLst>
        </pc:spChg>
        <pc:spChg chg="mod">
          <ac:chgData name="Zhang, Aiyin" userId="6984d0e4-55fb-4bdb-aa49-e04b2dfb6feb" providerId="ADAL" clId="{5B75A0BE-F550-4DA7-ADD9-C5D08B16DEF0}" dt="2026-09-30T04:29:25.162" v="229"/>
          <ac:spMkLst>
            <pc:docMk/>
            <pc:sldMk cId="922690811" sldId="756"/>
            <ac:spMk id="9" creationId="{77BF4E7C-7A2F-4424-BC6C-454BE2A3F61A}"/>
          </ac:spMkLst>
        </pc:spChg>
        <pc:spChg chg="mod">
          <ac:chgData name="Zhang, Aiyin" userId="6984d0e4-55fb-4bdb-aa49-e04b2dfb6feb" providerId="ADAL" clId="{5B75A0BE-F550-4DA7-ADD9-C5D08B16DEF0}" dt="2026-09-30T04:39:48.592" v="255" actId="20577"/>
          <ac:spMkLst>
            <pc:docMk/>
            <pc:sldMk cId="922690811" sldId="756"/>
            <ac:spMk id="10" creationId="{382E254F-EED7-4C4D-B59F-C6B0CD730021}"/>
          </ac:spMkLst>
        </pc:spChg>
        <pc:spChg chg="mod">
          <ac:chgData name="Zhang, Aiyin" userId="6984d0e4-55fb-4bdb-aa49-e04b2dfb6feb" providerId="ADAL" clId="{5B75A0BE-F550-4DA7-ADD9-C5D08B16DEF0}" dt="2026-09-30T04:29:25.162" v="229"/>
          <ac:spMkLst>
            <pc:docMk/>
            <pc:sldMk cId="922690811" sldId="756"/>
            <ac:spMk id="11" creationId="{42D151FB-8C71-4C83-A18B-E4F896582E2D}"/>
          </ac:spMkLst>
        </pc:spChg>
        <pc:spChg chg="mod">
          <ac:chgData name="Zhang, Aiyin" userId="6984d0e4-55fb-4bdb-aa49-e04b2dfb6feb" providerId="ADAL" clId="{5B75A0BE-F550-4DA7-ADD9-C5D08B16DEF0}" dt="2026-09-30T04:16:36.568" v="96" actId="1076"/>
          <ac:spMkLst>
            <pc:docMk/>
            <pc:sldMk cId="922690811" sldId="756"/>
            <ac:spMk id="17" creationId="{76C13ED6-A998-4AD9-A959-C07AE0B53B6F}"/>
          </ac:spMkLst>
        </pc:spChg>
        <pc:grpChg chg="add mod">
          <ac:chgData name="Zhang, Aiyin" userId="6984d0e4-55fb-4bdb-aa49-e04b2dfb6feb" providerId="ADAL" clId="{5B75A0BE-F550-4DA7-ADD9-C5D08B16DEF0}" dt="2026-09-30T04:29:25.162" v="229"/>
          <ac:grpSpMkLst>
            <pc:docMk/>
            <pc:sldMk cId="922690811" sldId="756"/>
            <ac:grpSpMk id="8" creationId="{473960BE-A260-4248-A98E-4C735B021424}"/>
          </ac:grpSpMkLst>
        </pc:grpChg>
        <pc:picChg chg="del">
          <ac:chgData name="Zhang, Aiyin" userId="6984d0e4-55fb-4bdb-aa49-e04b2dfb6feb" providerId="ADAL" clId="{5B75A0BE-F550-4DA7-ADD9-C5D08B16DEF0}" dt="2026-09-29T20:57:43.095" v="84" actId="478"/>
          <ac:picMkLst>
            <pc:docMk/>
            <pc:sldMk cId="922690811" sldId="756"/>
            <ac:picMk id="6" creationId="{5A5B9DA4-83C1-4257-AF17-3F029ADEA33A}"/>
          </ac:picMkLst>
        </pc:picChg>
        <pc:picChg chg="mod">
          <ac:chgData name="Zhang, Aiyin" userId="6984d0e4-55fb-4bdb-aa49-e04b2dfb6feb" providerId="ADAL" clId="{5B75A0BE-F550-4DA7-ADD9-C5D08B16DEF0}" dt="2026-09-30T04:16:50.374" v="103" actId="1076"/>
          <ac:picMkLst>
            <pc:docMk/>
            <pc:sldMk cId="922690811" sldId="756"/>
            <ac:picMk id="7" creationId="{EFBED524-2B7C-47E1-9D7E-40E17D47B3F3}"/>
          </ac:picMkLst>
        </pc:picChg>
      </pc:sldChg>
      <pc:sldChg chg="addSp delSp modSp add mod modNotesTx">
        <pc:chgData name="Zhang, Aiyin" userId="6984d0e4-55fb-4bdb-aa49-e04b2dfb6feb" providerId="ADAL" clId="{5B75A0BE-F550-4DA7-ADD9-C5D08B16DEF0}" dt="2026-09-30T17:23:24.725" v="611" actId="20577"/>
        <pc:sldMkLst>
          <pc:docMk/>
          <pc:sldMk cId="2783503046" sldId="757"/>
        </pc:sldMkLst>
        <pc:spChg chg="del">
          <ac:chgData name="Zhang, Aiyin" userId="6984d0e4-55fb-4bdb-aa49-e04b2dfb6feb" providerId="ADAL" clId="{5B75A0BE-F550-4DA7-ADD9-C5D08B16DEF0}" dt="2026-09-30T04:39:54.299" v="256" actId="478"/>
          <ac:spMkLst>
            <pc:docMk/>
            <pc:sldMk cId="2783503046" sldId="757"/>
            <ac:spMk id="5" creationId="{33591D8A-C354-1FE8-8907-FE9420F486F3}"/>
          </ac:spMkLst>
        </pc:spChg>
        <pc:spChg chg="mod">
          <ac:chgData name="Zhang, Aiyin" userId="6984d0e4-55fb-4bdb-aa49-e04b2dfb6feb" providerId="ADAL" clId="{5B75A0BE-F550-4DA7-ADD9-C5D08B16DEF0}" dt="2026-09-30T04:39:54.771" v="257"/>
          <ac:spMkLst>
            <pc:docMk/>
            <pc:sldMk cId="2783503046" sldId="757"/>
            <ac:spMk id="9" creationId="{226B24ED-659F-42C3-80F6-332403F4E6C2}"/>
          </ac:spMkLst>
        </pc:spChg>
        <pc:spChg chg="mod">
          <ac:chgData name="Zhang, Aiyin" userId="6984d0e4-55fb-4bdb-aa49-e04b2dfb6feb" providerId="ADAL" clId="{5B75A0BE-F550-4DA7-ADD9-C5D08B16DEF0}" dt="2026-09-30T04:41:00.508" v="306" actId="20577"/>
          <ac:spMkLst>
            <pc:docMk/>
            <pc:sldMk cId="2783503046" sldId="757"/>
            <ac:spMk id="10" creationId="{AF88299A-4D6D-4BA8-9A08-FBD1861268B7}"/>
          </ac:spMkLst>
        </pc:spChg>
        <pc:spChg chg="mod">
          <ac:chgData name="Zhang, Aiyin" userId="6984d0e4-55fb-4bdb-aa49-e04b2dfb6feb" providerId="ADAL" clId="{5B75A0BE-F550-4DA7-ADD9-C5D08B16DEF0}" dt="2026-09-30T04:39:54.771" v="257"/>
          <ac:spMkLst>
            <pc:docMk/>
            <pc:sldMk cId="2783503046" sldId="757"/>
            <ac:spMk id="11" creationId="{94DC61D2-56DD-4EBF-BDF7-6BAE0D013F13}"/>
          </ac:spMkLst>
        </pc:spChg>
        <pc:grpChg chg="add mod">
          <ac:chgData name="Zhang, Aiyin" userId="6984d0e4-55fb-4bdb-aa49-e04b2dfb6feb" providerId="ADAL" clId="{5B75A0BE-F550-4DA7-ADD9-C5D08B16DEF0}" dt="2026-09-30T04:39:54.771" v="257"/>
          <ac:grpSpMkLst>
            <pc:docMk/>
            <pc:sldMk cId="2783503046" sldId="757"/>
            <ac:grpSpMk id="8" creationId="{1B32C5D9-AE57-422D-9EBB-3B1348FC401B}"/>
          </ac:grpSpMkLst>
        </pc:grpChg>
      </pc:sldChg>
      <pc:sldChg chg="addSp delSp modSp add mod">
        <pc:chgData name="Zhang, Aiyin" userId="6984d0e4-55fb-4bdb-aa49-e04b2dfb6feb" providerId="ADAL" clId="{5B75A0BE-F550-4DA7-ADD9-C5D08B16DEF0}" dt="2026-09-30T18:01:35.973" v="728" actId="20577"/>
        <pc:sldMkLst>
          <pc:docMk/>
          <pc:sldMk cId="2701496163" sldId="758"/>
        </pc:sldMkLst>
        <pc:spChg chg="mod">
          <ac:chgData name="Zhang, Aiyin" userId="6984d0e4-55fb-4bdb-aa49-e04b2dfb6feb" providerId="ADAL" clId="{5B75A0BE-F550-4DA7-ADD9-C5D08B16DEF0}" dt="2026-09-30T18:00:55.379" v="707" actId="1076"/>
          <ac:spMkLst>
            <pc:docMk/>
            <pc:sldMk cId="2701496163" sldId="758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30T18:00:41.490" v="702" actId="20577"/>
          <ac:spMkLst>
            <pc:docMk/>
            <pc:sldMk cId="2701496163" sldId="758"/>
            <ac:spMk id="20" creationId="{0F0545BC-8BB4-4587-A8E3-DEC22EB45D4B}"/>
          </ac:spMkLst>
        </pc:spChg>
        <pc:spChg chg="add mod">
          <ac:chgData name="Zhang, Aiyin" userId="6984d0e4-55fb-4bdb-aa49-e04b2dfb6feb" providerId="ADAL" clId="{5B75A0BE-F550-4DA7-ADD9-C5D08B16DEF0}" dt="2026-09-30T17:49:57.295" v="617"/>
          <ac:spMkLst>
            <pc:docMk/>
            <pc:sldMk cId="2701496163" sldId="758"/>
            <ac:spMk id="53" creationId="{E21CB5FA-0FEB-4EB6-B1EA-E49100187616}"/>
          </ac:spMkLst>
        </pc:spChg>
        <pc:spChg chg="mod">
          <ac:chgData name="Zhang, Aiyin" userId="6984d0e4-55fb-4bdb-aa49-e04b2dfb6feb" providerId="ADAL" clId="{5B75A0BE-F550-4DA7-ADD9-C5D08B16DEF0}" dt="2026-09-30T18:01:35.973" v="728" actId="20577"/>
          <ac:spMkLst>
            <pc:docMk/>
            <pc:sldMk cId="2701496163" sldId="758"/>
            <ac:spMk id="61" creationId="{3C4CE7A4-A7BD-41C9-A8A0-E30F76C0AEE4}"/>
          </ac:spMkLst>
        </pc:spChg>
        <pc:grpChg chg="del">
          <ac:chgData name="Zhang, Aiyin" userId="6984d0e4-55fb-4bdb-aa49-e04b2dfb6feb" providerId="ADAL" clId="{5B75A0BE-F550-4DA7-ADD9-C5D08B16DEF0}" dt="2026-09-30T17:48:46.369" v="612" actId="478"/>
          <ac:grpSpMkLst>
            <pc:docMk/>
            <pc:sldMk cId="2701496163" sldId="758"/>
            <ac:grpSpMk id="68" creationId="{2F3BAAF8-0FA1-425C-84B5-E90037358E84}"/>
          </ac:grpSpMkLst>
        </pc:grpChg>
        <pc:picChg chg="add del mod">
          <ac:chgData name="Zhang, Aiyin" userId="6984d0e4-55fb-4bdb-aa49-e04b2dfb6feb" providerId="ADAL" clId="{5B75A0BE-F550-4DA7-ADD9-C5D08B16DEF0}" dt="2026-09-30T17:49:41.451" v="614" actId="478"/>
          <ac:picMkLst>
            <pc:docMk/>
            <pc:sldMk cId="2701496163" sldId="758"/>
            <ac:picMk id="50" creationId="{9A708BB8-355B-4A0C-9075-65A07504A1C0}"/>
          </ac:picMkLst>
        </pc:picChg>
        <pc:picChg chg="add del mod">
          <ac:chgData name="Zhang, Aiyin" userId="6984d0e4-55fb-4bdb-aa49-e04b2dfb6feb" providerId="ADAL" clId="{5B75A0BE-F550-4DA7-ADD9-C5D08B16DEF0}" dt="2026-09-30T17:49:42.946" v="616"/>
          <ac:picMkLst>
            <pc:docMk/>
            <pc:sldMk cId="2701496163" sldId="758"/>
            <ac:picMk id="51" creationId="{A6878CDE-0271-4F08-8B71-0D2B0517C5E9}"/>
          </ac:picMkLst>
        </pc:picChg>
        <pc:picChg chg="add mod">
          <ac:chgData name="Zhang, Aiyin" userId="6984d0e4-55fb-4bdb-aa49-e04b2dfb6feb" providerId="ADAL" clId="{5B75A0BE-F550-4DA7-ADD9-C5D08B16DEF0}" dt="2026-09-30T17:49:57.295" v="617"/>
          <ac:picMkLst>
            <pc:docMk/>
            <pc:sldMk cId="2701496163" sldId="758"/>
            <ac:picMk id="52" creationId="{C08E2B24-BFFC-436C-83E0-42ED7D999016}"/>
          </ac:picMkLst>
        </pc:picChg>
        <pc:picChg chg="mod">
          <ac:chgData name="Zhang, Aiyin" userId="6984d0e4-55fb-4bdb-aa49-e04b2dfb6feb" providerId="ADAL" clId="{5B75A0BE-F550-4DA7-ADD9-C5D08B16DEF0}" dt="2026-09-30T17:18:33.098" v="560" actId="14826"/>
          <ac:picMkLst>
            <pc:docMk/>
            <pc:sldMk cId="2701496163" sldId="758"/>
            <ac:picMk id="62" creationId="{9178DAEB-F889-4639-B149-BDDDB0DEA9BB}"/>
          </ac:picMkLst>
        </pc:picChg>
      </pc:sldChg>
      <pc:sldChg chg="modSp add mod">
        <pc:chgData name="Zhang, Aiyin" userId="6984d0e4-55fb-4bdb-aa49-e04b2dfb6feb" providerId="ADAL" clId="{5B75A0BE-F550-4DA7-ADD9-C5D08B16DEF0}" dt="2026-09-30T17:20:48.317" v="596" actId="20577"/>
        <pc:sldMkLst>
          <pc:docMk/>
          <pc:sldMk cId="787227632" sldId="759"/>
        </pc:sldMkLst>
        <pc:spChg chg="mod">
          <ac:chgData name="Zhang, Aiyin" userId="6984d0e4-55fb-4bdb-aa49-e04b2dfb6feb" providerId="ADAL" clId="{5B75A0BE-F550-4DA7-ADD9-C5D08B16DEF0}" dt="2026-09-30T17:20:42.189" v="586" actId="1076"/>
          <ac:spMkLst>
            <pc:docMk/>
            <pc:sldMk cId="787227632" sldId="759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30T17:20:48.317" v="596" actId="20577"/>
          <ac:spMkLst>
            <pc:docMk/>
            <pc:sldMk cId="787227632" sldId="759"/>
            <ac:spMk id="20" creationId="{0F0545BC-8BB4-4587-A8E3-DEC22EB45D4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7E7607-5240-41BF-B925-07982936DD72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15072-D71E-4D34-866A-1B22309AD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305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26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2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661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64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334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3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883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608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</a:t>
            </a:r>
            <a:r>
              <a:rPr lang="en-US" dirty="0" err="1"/>
              <a:t>dynamicpatch</a:t>
            </a:r>
            <a:r>
              <a:rPr lang="en-US" dirty="0"/>
              <a:t> differ from traditional GIS overlay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83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941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31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538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013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442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317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3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0746-A918-40A7-977E-ECD504FD0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E06E38-6524-481D-962D-9E90C0B2C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F2B9C-2D0F-4F96-8502-8525F6BD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CC98B-EB0F-4D54-8BB8-E3E4CB5B58F4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23333-3F8E-45AC-8DDD-3941E294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479B6-343B-48DD-80EA-F2387F201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575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836E7-9D09-4750-A9FF-709EADE88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CD34-4ED7-4631-9A68-072597162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C3DD1-0D2D-4041-833A-9EB806DCD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7F24EE-30C3-4903-9708-31BA15836EF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BF60B-7D51-4A42-8099-6D63175AC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696AF-6458-482C-ABE4-F70B64B8C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06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3CA92-2C45-4ED5-B893-D4AEB9365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7DFF7-5DFA-48A6-8AF2-00137B38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B3C89-8841-42FC-9D49-BBCFD629C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EA07A-9A95-4DEE-88E4-56680CDA3F37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22DF-E998-4B1F-94A3-459462BFB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FB5B-26D5-4CAF-BCB9-54D59E9CA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ECCC-DC4A-45FE-8C0B-1495186FA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B3481-002F-42F8-A177-6EB0DBD85F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9B0841-BCF4-4923-9559-90332538A2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8B812E-46A8-4F87-9522-92E0D82A7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8DEEE-6AEE-4106-8D96-12C3D974F3A2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42D00E-3A6A-4403-8149-29678B6E6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611A1-C6C4-40B4-A3C0-930AA05E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16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9C94D-F01C-4E9B-B931-79C4FCC6C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D9539-69F7-4113-875C-B0FDCCFA5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CE64C-DB51-4080-9E3E-031FE5902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A7A7EC-0C3E-48DC-A5A3-1C550002BF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C6765D-3D83-4084-8C5B-FA7557D5C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DCDEF6-B199-4071-89D1-18ABF609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A40F5-7C0B-4D35-B606-BF52E6121831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AAD963-7C79-48D3-B5B5-D5CC8DA2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B014F-748C-4AEF-9816-405FF518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77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2EDCD-C027-4042-96CD-896F9C74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4AA80C-4EAF-4D32-B2EE-ABD7A3472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F0234-42B9-478F-A0E4-D0D7D6B9E697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D11A9-EBB8-4484-9095-828D2617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6240B-119F-42E2-9D8E-3243754C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02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550295-F3DC-4ED9-98E2-C70173DD6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8425F-FFDA-46DA-9124-8CF5E4B9B39E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C25B2-D1A4-4DEF-96B4-D4D24A9F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F8D57-303D-43DC-A4EA-04B35C85F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85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14DBE-9C31-48B8-BAEA-1DB0410A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4DDFE-346C-4002-A3F9-ABA11B85B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E2B87-DE26-48F3-95C0-405A389B4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DAB05F-7937-4756-806A-A3B37B21E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38C61-90F0-40D9-8BB1-EF923A602082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700BF-8C79-4A6E-912C-B4D08FEDF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514A0-6548-419C-9A46-084D53226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71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32A32-58C6-4BD0-B4CD-E0CF0CA49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FC8AD-69C0-4BF9-8CA7-C67DC026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D97EA-2E4E-4590-877B-B59523ECF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EF4E96-CCCA-455B-BF24-3083C5372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A4B98-E334-480B-84BF-BAECDBE84A4B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28FDF-C15E-4B23-B916-41C0DDA8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F35B8-8C2D-4975-AC22-A07435EE7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75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38162-8B6B-4337-B617-C2C511EE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39072A-B4EB-4773-8D0E-F42AF43EC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1C7A3-1DC8-42E5-B0F8-9E70A9472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A78-EF44-4583-9176-B695BFEE3A6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A9F8-5AD4-41A1-8CAB-018A97332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0C5CF-9C09-45C2-A399-9CD849513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5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F1E27-3858-4CDB-B86B-891A7CE1E0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26A3F-0E43-458F-90E5-0B1157310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6000D-577F-4B4D-B2A7-D25844672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C66FF-3AAD-4DA4-B648-42034EAE0AD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F4FBA-A201-499E-9C02-AA3437E7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63A6-784A-4739-B47E-E19D6B61A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0307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9099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00592B-EFC1-4162-B2E4-87ADDF607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A406E-4373-4E00-B355-061DAAEF8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6D2D6-C577-4CC7-8A03-A2D675D337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52FA85-13F1-4739-A691-BA2D2E4289B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2EC6F-6FF5-4B01-A002-07138188A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0E4B9-ED64-417F-9616-4CC5B0833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92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doi.org/10.1007/s10980-025-02120-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tiff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tiff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tiff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ay1996/DynamicPATCH/tree/mai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3DF1FC8D-E11E-457F-8CBB-CE537A8B0626}"/>
              </a:ext>
            </a:extLst>
          </p:cNvPr>
          <p:cNvSpPr txBox="1">
            <a:spLocks/>
          </p:cNvSpPr>
          <p:nvPr/>
        </p:nvSpPr>
        <p:spPr>
          <a:xfrm>
            <a:off x="201395" y="3602038"/>
            <a:ext cx="11602677" cy="101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Aiyin Zhang</a:t>
            </a:r>
          </a:p>
          <a:p>
            <a:pPr marL="0" indent="0" algn="ctr">
              <a:buNone/>
            </a:pPr>
            <a:r>
              <a:rPr lang="en-US" sz="2000" dirty="0"/>
              <a:t>AiZhang@</a:t>
            </a:r>
            <a:r>
              <a:rPr lang="en-US" altLang="zh-CN" sz="2000" dirty="0"/>
              <a:t>clarku.edu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/>
              <a:t>Authors: Aiyin Zhang, Robert Gilmore Pontius Jr, Thomas </a:t>
            </a:r>
            <a:r>
              <a:rPr lang="en-US" sz="2000" dirty="0" err="1"/>
              <a:t>Bilintoh</a:t>
            </a:r>
            <a:r>
              <a:rPr lang="en-US" sz="2000" dirty="0"/>
              <a:t>, Florencia Sangermano, John Rogan 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E3FD48CF-EC76-417C-BCDD-BFDB5531F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873542" y="5580120"/>
            <a:ext cx="1029976" cy="1441968"/>
          </a:xfrm>
          <a:prstGeom prst="rect">
            <a:avLst/>
          </a:prstGeom>
          <a:noFill/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47ACE4-07BD-403A-B94B-A855E9961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96" y="5805455"/>
            <a:ext cx="940347" cy="9446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BF6FE4-E2F3-423F-B3F1-85BD49D456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8102"/>
          <a:stretch/>
        </p:blipFill>
        <p:spPr>
          <a:xfrm>
            <a:off x="7543242" y="5663468"/>
            <a:ext cx="2198369" cy="10865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828D1D-5546-45C9-88C8-ED4F4C5705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2249" y="5901110"/>
            <a:ext cx="3819062" cy="7532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FF59E7-7F19-43B3-ACFE-1B1366AFCAA1}"/>
              </a:ext>
            </a:extLst>
          </p:cNvPr>
          <p:cNvSpPr txBox="1"/>
          <p:nvPr/>
        </p:nvSpPr>
        <p:spPr>
          <a:xfrm>
            <a:off x="0" y="2417744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DynamicPATCH</a:t>
            </a: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200" b="1" dirty="0">
                <a:solidFill>
                  <a:srgbClr val="92D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and Software for 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Spatially Explicit Dynamic Patch Transition Characterization</a:t>
            </a:r>
            <a:endParaRPr lang="en-US" sz="3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4DA6FD-CAFE-4FBD-BE13-C3ACF6266DE4}"/>
              </a:ext>
            </a:extLst>
          </p:cNvPr>
          <p:cNvSpPr txBox="1"/>
          <p:nvPr/>
        </p:nvSpPr>
        <p:spPr>
          <a:xfrm>
            <a:off x="-46634" y="-28270"/>
            <a:ext cx="12285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Zhang, Aiyin, Robert Gilmore Pontius Jr, Thomas Mumuni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Bilintoh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, Florencia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Sangermano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, and John Rogan. 2025. “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DynamicPATCH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: Method and Software for Spatially Explicit Dynamic Patch Transition Characterization.” 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  <a:effectLst/>
              </a:rPr>
              <a:t>Landscape Ecology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 40 (7): 132.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https://doi.org/10.1007/s10980-025-02120-1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9153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DE9F1F-38A9-405D-9575-274E0D92244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656" y="1073149"/>
            <a:ext cx="4845504" cy="30772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7C6E9C-A7D1-1D10-3CC3-8E1E5048366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48384" y="1290514"/>
            <a:ext cx="7607921" cy="30772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593199" y="804358"/>
            <a:ext cx="11088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2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E434F6F-1F04-4F74-A9E1-6873213619E6}"/>
              </a:ext>
            </a:extLst>
          </p:cNvPr>
          <p:cNvGrpSpPr/>
          <p:nvPr/>
        </p:nvGrpSpPr>
        <p:grpSpPr>
          <a:xfrm>
            <a:off x="41656" y="4214394"/>
            <a:ext cx="5235035" cy="2657599"/>
            <a:chOff x="231045" y="1515988"/>
            <a:chExt cx="5235035" cy="265759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63184F1-4A47-4B29-8892-9BE781173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1402B5-2571-45EB-84D5-3DB02D901625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1971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E7C67A8-7799-41CD-A9C6-DEDBE5957AB7}"/>
              </a:ext>
            </a:extLst>
          </p:cNvPr>
          <p:cNvGrpSpPr/>
          <p:nvPr/>
        </p:nvGrpSpPr>
        <p:grpSpPr>
          <a:xfrm>
            <a:off x="5373063" y="4200401"/>
            <a:ext cx="5194396" cy="2657599"/>
            <a:chOff x="231045" y="4173587"/>
            <a:chExt cx="5194396" cy="265759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68080F7-A7D1-4D38-AB49-9DF9D3075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045" y="4173587"/>
              <a:ext cx="5194396" cy="2657599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E832A0A-36C2-4BC1-9460-D15AE84D226A}"/>
                </a:ext>
              </a:extLst>
            </p:cNvPr>
            <p:cNvSpPr txBox="1"/>
            <p:nvPr/>
          </p:nvSpPr>
          <p:spPr>
            <a:xfrm>
              <a:off x="2223404" y="4173587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2013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FBF22D9-5E8A-40AB-9611-F44D540FCFAD}"/>
              </a:ext>
            </a:extLst>
          </p:cNvPr>
          <p:cNvGrpSpPr/>
          <p:nvPr/>
        </p:nvGrpSpPr>
        <p:grpSpPr>
          <a:xfrm>
            <a:off x="10663831" y="6581001"/>
            <a:ext cx="684593" cy="276999"/>
            <a:chOff x="5562600" y="2350050"/>
            <a:chExt cx="684593" cy="27699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108DD21-D446-4302-A400-21CE68DF5112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26904B-3C9D-47CF-81BB-B2FA4150FF67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E074A6AB-0B7D-4B53-A39F-AB9B0841B48E}"/>
              </a:ext>
            </a:extLst>
          </p:cNvPr>
          <p:cNvSpPr/>
          <p:nvPr/>
        </p:nvSpPr>
        <p:spPr>
          <a:xfrm>
            <a:off x="7850909" y="2623127"/>
            <a:ext cx="471055" cy="203200"/>
          </a:xfrm>
          <a:prstGeom prst="rect">
            <a:avLst/>
          </a:prstGeom>
          <a:noFill/>
          <a:ln w="28575">
            <a:solidFill>
              <a:srgbClr val="E64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FBF989-6EEA-4948-97E8-C451626B4C86}"/>
              </a:ext>
            </a:extLst>
          </p:cNvPr>
          <p:cNvSpPr/>
          <p:nvPr/>
        </p:nvSpPr>
        <p:spPr>
          <a:xfrm>
            <a:off x="10202012" y="2609272"/>
            <a:ext cx="471055" cy="203200"/>
          </a:xfrm>
          <a:prstGeom prst="rect">
            <a:avLst/>
          </a:prstGeom>
          <a:noFill/>
          <a:ln w="28575">
            <a:solidFill>
              <a:srgbClr val="E64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4128611" y="34718"/>
            <a:ext cx="8111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B2172AC-DDCF-449E-B379-27AB0404E13C}"/>
              </a:ext>
            </a:extLst>
          </p:cNvPr>
          <p:cNvCxnSpPr>
            <a:cxnSpLocks/>
          </p:cNvCxnSpPr>
          <p:nvPr/>
        </p:nvCxnSpPr>
        <p:spPr>
          <a:xfrm flipH="1">
            <a:off x="101409" y="2826327"/>
            <a:ext cx="7749502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737C8-1651-4F96-8E4A-3771E9E4AEE8}"/>
              </a:ext>
            </a:extLst>
          </p:cNvPr>
          <p:cNvCxnSpPr>
            <a:cxnSpLocks/>
          </p:cNvCxnSpPr>
          <p:nvPr/>
        </p:nvCxnSpPr>
        <p:spPr>
          <a:xfrm flipH="1">
            <a:off x="5214620" y="2826327"/>
            <a:ext cx="3107346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845381E-2FD0-4B95-9AE6-C0B813AFA980}"/>
              </a:ext>
            </a:extLst>
          </p:cNvPr>
          <p:cNvCxnSpPr>
            <a:cxnSpLocks/>
          </p:cNvCxnSpPr>
          <p:nvPr/>
        </p:nvCxnSpPr>
        <p:spPr>
          <a:xfrm flipH="1">
            <a:off x="5415280" y="2826327"/>
            <a:ext cx="4786732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312197-FF4F-4469-96D2-E90817384BF0}"/>
              </a:ext>
            </a:extLst>
          </p:cNvPr>
          <p:cNvCxnSpPr>
            <a:cxnSpLocks/>
            <a:stCxn id="29" idx="3"/>
          </p:cNvCxnSpPr>
          <p:nvPr/>
        </p:nvCxnSpPr>
        <p:spPr>
          <a:xfrm flipH="1">
            <a:off x="10530841" y="2710872"/>
            <a:ext cx="142226" cy="153727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227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8292353" y="6097556"/>
            <a:ext cx="389964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E682658-F9D1-423F-9C87-D98E1FC768FE}"/>
              </a:ext>
            </a:extLst>
          </p:cNvPr>
          <p:cNvSpPr txBox="1"/>
          <p:nvPr/>
        </p:nvSpPr>
        <p:spPr>
          <a:xfrm>
            <a:off x="5826983" y="2576698"/>
            <a:ext cx="6497321" cy="9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should we analyze the change patterns of ponds in the maps?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F3EF39-5021-480A-9ECD-0AEDEC585F5D}"/>
              </a:ext>
            </a:extLst>
          </p:cNvPr>
          <p:cNvSpPr>
            <a:spLocks noGrp="1"/>
          </p:cNvSpPr>
          <p:nvPr/>
        </p:nvSpPr>
        <p:spPr>
          <a:xfrm flipV="1">
            <a:off x="5826983" y="3584746"/>
            <a:ext cx="5865178" cy="52847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70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4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4128611" y="34718"/>
            <a:ext cx="8111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55964AE-226A-4D69-8EEB-9807DD2C3911}"/>
              </a:ext>
            </a:extLst>
          </p:cNvPr>
          <p:cNvGrpSpPr/>
          <p:nvPr/>
        </p:nvGrpSpPr>
        <p:grpSpPr>
          <a:xfrm>
            <a:off x="398410" y="862806"/>
            <a:ext cx="4459511" cy="2471940"/>
            <a:chOff x="398410" y="862806"/>
            <a:chExt cx="4459511" cy="247194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4D27DF1-87F3-403E-AFAC-5B699EC9660F}"/>
                </a:ext>
              </a:extLst>
            </p:cNvPr>
            <p:cNvGrpSpPr/>
            <p:nvPr/>
          </p:nvGrpSpPr>
          <p:grpSpPr>
            <a:xfrm>
              <a:off x="398410" y="1810746"/>
              <a:ext cx="3116486" cy="1524000"/>
              <a:chOff x="398410" y="1810746"/>
              <a:chExt cx="3116486" cy="1524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BDA7104-1CFF-4E03-8D38-F258DF0D3846}"/>
                  </a:ext>
                </a:extLst>
              </p:cNvPr>
              <p:cNvSpPr/>
              <p:nvPr/>
            </p:nvSpPr>
            <p:spPr>
              <a:xfrm>
                <a:off x="1210210" y="1810746"/>
                <a:ext cx="771161" cy="1343025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58EA1EA3-BD4F-4582-8DEE-FEE9969AE98F}"/>
                  </a:ext>
                </a:extLst>
              </p:cNvPr>
              <p:cNvSpPr/>
              <p:nvPr/>
            </p:nvSpPr>
            <p:spPr>
              <a:xfrm>
                <a:off x="398410" y="2679158"/>
                <a:ext cx="771161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C4F9835-C50C-485E-83C0-B23354AF323E}"/>
                  </a:ext>
                </a:extLst>
              </p:cNvPr>
              <p:cNvSpPr/>
              <p:nvPr/>
            </p:nvSpPr>
            <p:spPr>
              <a:xfrm>
                <a:off x="2843929" y="2407755"/>
                <a:ext cx="670967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F5BA19-F7FF-4B24-9C66-5391F9517C5F}"/>
                </a:ext>
              </a:extLst>
            </p:cNvPr>
            <p:cNvSpPr/>
            <p:nvPr/>
          </p:nvSpPr>
          <p:spPr>
            <a:xfrm>
              <a:off x="4172121" y="2676093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99B188-61C4-4855-B92E-F8B58A255666}"/>
                </a:ext>
              </a:extLst>
            </p:cNvPr>
            <p:cNvSpPr/>
            <p:nvPr/>
          </p:nvSpPr>
          <p:spPr>
            <a:xfrm>
              <a:off x="4359129" y="862806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0C758F4-061A-4FFD-B96B-5A6494D0BCE7}"/>
              </a:ext>
            </a:extLst>
          </p:cNvPr>
          <p:cNvGrpSpPr/>
          <p:nvPr/>
        </p:nvGrpSpPr>
        <p:grpSpPr>
          <a:xfrm>
            <a:off x="379531" y="3701188"/>
            <a:ext cx="4459511" cy="2471940"/>
            <a:chOff x="366469" y="4249028"/>
            <a:chExt cx="4459511" cy="247194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E39DC1-FC08-4014-AF1D-8FF12B0D4BDC}"/>
                </a:ext>
              </a:extLst>
            </p:cNvPr>
            <p:cNvSpPr/>
            <p:nvPr/>
          </p:nvSpPr>
          <p:spPr>
            <a:xfrm>
              <a:off x="1178269" y="5196968"/>
              <a:ext cx="771161" cy="1343025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1EA92DD-EC3A-4711-8D57-61076C6A23DB}"/>
                </a:ext>
              </a:extLst>
            </p:cNvPr>
            <p:cNvSpPr/>
            <p:nvPr/>
          </p:nvSpPr>
          <p:spPr>
            <a:xfrm>
              <a:off x="366469" y="6065380"/>
              <a:ext cx="771161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C193E4F-DF6F-4496-8B0C-2B985F991817}"/>
                </a:ext>
              </a:extLst>
            </p:cNvPr>
            <p:cNvSpPr/>
            <p:nvPr/>
          </p:nvSpPr>
          <p:spPr>
            <a:xfrm>
              <a:off x="2811988" y="5793977"/>
              <a:ext cx="670967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00AF07B-CFE9-4014-BFF6-FF3A0BF65F5D}"/>
                </a:ext>
              </a:extLst>
            </p:cNvPr>
            <p:cNvSpPr/>
            <p:nvPr/>
          </p:nvSpPr>
          <p:spPr>
            <a:xfrm>
              <a:off x="4140180" y="6062315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8FB31B-1B6C-465C-8ED9-853E73A99E72}"/>
                </a:ext>
              </a:extLst>
            </p:cNvPr>
            <p:cNvSpPr/>
            <p:nvPr/>
          </p:nvSpPr>
          <p:spPr>
            <a:xfrm>
              <a:off x="4327188" y="4249028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3C4CE7A4-A7BD-41C9-A8A0-E30F76C0AEE4}"/>
              </a:ext>
            </a:extLst>
          </p:cNvPr>
          <p:cNvSpPr/>
          <p:nvPr/>
        </p:nvSpPr>
        <p:spPr>
          <a:xfrm>
            <a:off x="6137656" y="1510825"/>
            <a:ext cx="603943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GIS map overlays provide a spatially explicit characterization of landscape change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178DAEB-F889-4639-B149-BDDDB0DEA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97974" y="2278584"/>
            <a:ext cx="5188368" cy="2657003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9EA2567-A4A5-44E2-BE2D-CCAC3D60835C}"/>
              </a:ext>
            </a:extLst>
          </p:cNvPr>
          <p:cNvSpPr/>
          <p:nvPr/>
        </p:nvSpPr>
        <p:spPr>
          <a:xfrm>
            <a:off x="7458439" y="3305175"/>
            <a:ext cx="771161" cy="134302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483364C-D6A9-4A91-B918-8071AFDD29A6}"/>
              </a:ext>
            </a:extLst>
          </p:cNvPr>
          <p:cNvSpPr/>
          <p:nvPr/>
        </p:nvSpPr>
        <p:spPr>
          <a:xfrm>
            <a:off x="6646639" y="4173587"/>
            <a:ext cx="771161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2387D57-B791-4A53-88D9-A5D025B2744E}"/>
              </a:ext>
            </a:extLst>
          </p:cNvPr>
          <p:cNvSpPr/>
          <p:nvPr/>
        </p:nvSpPr>
        <p:spPr>
          <a:xfrm>
            <a:off x="9092158" y="3902184"/>
            <a:ext cx="670967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CACB710-31FD-4698-A621-555F0665A3D9}"/>
              </a:ext>
            </a:extLst>
          </p:cNvPr>
          <p:cNvSpPr/>
          <p:nvPr/>
        </p:nvSpPr>
        <p:spPr>
          <a:xfrm>
            <a:off x="10420350" y="4170522"/>
            <a:ext cx="374016" cy="2490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44F8219-68D1-46B9-9A97-C51279427EE7}"/>
              </a:ext>
            </a:extLst>
          </p:cNvPr>
          <p:cNvSpPr/>
          <p:nvPr/>
        </p:nvSpPr>
        <p:spPr>
          <a:xfrm>
            <a:off x="10607358" y="2357235"/>
            <a:ext cx="498792" cy="5669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F3BAAF8-0FA1-425C-84B5-E90037358E84}"/>
              </a:ext>
            </a:extLst>
          </p:cNvPr>
          <p:cNvGrpSpPr/>
          <p:nvPr/>
        </p:nvGrpSpPr>
        <p:grpSpPr>
          <a:xfrm>
            <a:off x="7032219" y="4967619"/>
            <a:ext cx="4966512" cy="279807"/>
            <a:chOff x="7032219" y="4967619"/>
            <a:chExt cx="4966512" cy="27980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B017E4D-9168-4188-A2FC-22D3DEEE8D1F}"/>
                </a:ext>
              </a:extLst>
            </p:cNvPr>
            <p:cNvGrpSpPr/>
            <p:nvPr/>
          </p:nvGrpSpPr>
          <p:grpSpPr>
            <a:xfrm>
              <a:off x="7032219" y="4970427"/>
              <a:ext cx="1578381" cy="276999"/>
              <a:chOff x="5562600" y="2350050"/>
              <a:chExt cx="1578381" cy="27699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D0E6A59-9ECD-4227-9A15-88ECD21B54B3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E1E1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FFC33FF-6CE9-489B-A999-B91459F2092A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Stable Absence</a:t>
                </a: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55F50D84-A30D-47AE-9AF5-5C9936A625DD}"/>
                </a:ext>
              </a:extLst>
            </p:cNvPr>
            <p:cNvGrpSpPr/>
            <p:nvPr/>
          </p:nvGrpSpPr>
          <p:grpSpPr>
            <a:xfrm>
              <a:off x="8368181" y="4970427"/>
              <a:ext cx="1578381" cy="276999"/>
              <a:chOff x="5562600" y="2350050"/>
              <a:chExt cx="1578381" cy="276999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6A599CF-64F0-481E-9B59-D99ED1A5A416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6868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F2F126-9594-4553-982E-698F759A2FA5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Stable Presence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102ADB5-198E-49CC-985B-C71AC6699468}"/>
                </a:ext>
              </a:extLst>
            </p:cNvPr>
            <p:cNvGrpSpPr/>
            <p:nvPr/>
          </p:nvGrpSpPr>
          <p:grpSpPr>
            <a:xfrm>
              <a:off x="9704143" y="4967619"/>
              <a:ext cx="1578381" cy="276999"/>
              <a:chOff x="5562600" y="2350050"/>
              <a:chExt cx="1578381" cy="27699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990BE64-2015-4924-84DB-6528142D202A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0084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B059DCA-A9C2-48F2-B643-CDEAC73A91C5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Gain</a:t>
                </a: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7020129-EF0C-4172-878E-EC8BD6CD34A4}"/>
                </a:ext>
              </a:extLst>
            </p:cNvPr>
            <p:cNvGrpSpPr/>
            <p:nvPr/>
          </p:nvGrpSpPr>
          <p:grpSpPr>
            <a:xfrm>
              <a:off x="10420350" y="4967619"/>
              <a:ext cx="1578381" cy="276999"/>
              <a:chOff x="5562600" y="2350050"/>
              <a:chExt cx="1578381" cy="276999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F065FB4A-6D10-4938-BE54-B1063DA84031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E698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7BA4193-99FE-48DA-A5A4-A045CA1A368E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Loss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3840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-281132" y="1153557"/>
            <a:ext cx="12473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What’s the size of presence (in # of pixels) at the Initial Time and the Final Time?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ECA498-A083-4F52-BA75-0D6D52A44491}"/>
              </a:ext>
            </a:extLst>
          </p:cNvPr>
          <p:cNvGrpSpPr/>
          <p:nvPr/>
        </p:nvGrpSpPr>
        <p:grpSpPr>
          <a:xfrm>
            <a:off x="1862747" y="4535084"/>
            <a:ext cx="8549818" cy="369333"/>
            <a:chOff x="1821092" y="5013662"/>
            <a:chExt cx="8549818" cy="369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28B60D-9522-42C1-9446-AD9C1A6F17A5}"/>
                </a:ext>
              </a:extLst>
            </p:cNvPr>
            <p:cNvSpPr txBox="1"/>
            <p:nvPr/>
          </p:nvSpPr>
          <p:spPr>
            <a:xfrm>
              <a:off x="1821092" y="5013663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Size of presence: 92 pixels</a:t>
              </a:r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08A7A1-91F9-44BD-BB29-BBAFCB6EE250}"/>
                </a:ext>
              </a:extLst>
            </p:cNvPr>
            <p:cNvSpPr txBox="1"/>
            <p:nvPr/>
          </p:nvSpPr>
          <p:spPr>
            <a:xfrm>
              <a:off x="6387105" y="5013662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Size of presence: 92 pixels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59119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1E970C-2657-7B9A-4B3D-DF53F02B51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7241" y="2300895"/>
            <a:ext cx="9351344" cy="273126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09F3B2-FF30-48E9-BCF5-66B9916C91CC}"/>
              </a:ext>
            </a:extLst>
          </p:cNvPr>
          <p:cNvGrpSpPr/>
          <p:nvPr/>
        </p:nvGrpSpPr>
        <p:grpSpPr>
          <a:xfrm>
            <a:off x="1821092" y="5013662"/>
            <a:ext cx="8549818" cy="369333"/>
            <a:chOff x="1821092" y="5013662"/>
            <a:chExt cx="8549818" cy="36933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E0F6C2-1DD2-C01B-E5AF-52B34359E651}"/>
                </a:ext>
              </a:extLst>
            </p:cNvPr>
            <p:cNvSpPr txBox="1"/>
            <p:nvPr/>
          </p:nvSpPr>
          <p:spPr>
            <a:xfrm>
              <a:off x="1821092" y="5013663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>
                  <a:cs typeface="Arial" panose="020B0604020202020204" pitchFamily="34" charset="0"/>
                </a:rPr>
                <a:t>Number of presence patches: 8 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8B60E7-16F9-A06D-8FA9-2AD860177ABD}"/>
                </a:ext>
              </a:extLst>
            </p:cNvPr>
            <p:cNvSpPr txBox="1"/>
            <p:nvPr/>
          </p:nvSpPr>
          <p:spPr>
            <a:xfrm>
              <a:off x="6387105" y="5013662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>
                  <a:cs typeface="Arial" panose="020B0604020202020204" pitchFamily="34" charset="0"/>
                </a:rPr>
                <a:t>Number of presence patches: 8 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B82F88D-ACBE-7198-3A68-7F0D65EE3936}"/>
              </a:ext>
            </a:extLst>
          </p:cNvPr>
          <p:cNvSpPr txBox="1"/>
          <p:nvPr/>
        </p:nvSpPr>
        <p:spPr>
          <a:xfrm>
            <a:off x="609761" y="1115598"/>
            <a:ext cx="1097247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many presence patches at the initial time and the final time?</a:t>
            </a:r>
          </a:p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many absence patches at the initial time and final time?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C63CA6-030D-494C-9A44-BA07D8106F89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F9D709C6-52FB-4918-8C7B-15355B0527B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C158C50-69A6-4816-9E7C-0A80AE883AB2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79271A7-12AC-4555-9F0C-0740ADC36E07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8601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BCC15-CBF3-2B13-6B08-F8B4E379E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635" y="967251"/>
            <a:ext cx="11736729" cy="833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 is the change in number of patches and size of presence during the time interval of Initial Time and Final Time?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1E970C-2657-7B9A-4B3D-DF53F02B51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7241" y="2300895"/>
            <a:ext cx="9351344" cy="27312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5E0F6C2-1DD2-C01B-E5AF-52B34359E651}"/>
              </a:ext>
            </a:extLst>
          </p:cNvPr>
          <p:cNvSpPr txBox="1"/>
          <p:nvPr/>
        </p:nvSpPr>
        <p:spPr>
          <a:xfrm>
            <a:off x="1821092" y="5013663"/>
            <a:ext cx="398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>
                <a:cs typeface="Arial" panose="020B0604020202020204" pitchFamily="34" charset="0"/>
              </a:rPr>
              <a:t>Number of presence patches: 8 </a:t>
            </a:r>
          </a:p>
          <a:p>
            <a:pPr lvl="1"/>
            <a:r>
              <a:rPr lang="en-US">
                <a:cs typeface="Arial" panose="020B0604020202020204" pitchFamily="34" charset="0"/>
              </a:rPr>
              <a:t>Size of presence: 92 pixels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8B60E7-16F9-A06D-8FA9-2AD860177ABD}"/>
              </a:ext>
            </a:extLst>
          </p:cNvPr>
          <p:cNvSpPr txBox="1"/>
          <p:nvPr/>
        </p:nvSpPr>
        <p:spPr>
          <a:xfrm>
            <a:off x="6387105" y="5013662"/>
            <a:ext cx="398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>
                <a:cs typeface="Arial" panose="020B0604020202020204" pitchFamily="34" charset="0"/>
              </a:rPr>
              <a:t>Number of presence patches: 8 </a:t>
            </a:r>
          </a:p>
          <a:p>
            <a:pPr lvl="1"/>
            <a:r>
              <a:rPr lang="en-US">
                <a:cs typeface="Arial" panose="020B0604020202020204" pitchFamily="34" charset="0"/>
              </a:rPr>
              <a:t>Size of presence: 92 pixels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82F88D-ACBE-7198-3A68-7F0D65EE3936}"/>
              </a:ext>
            </a:extLst>
          </p:cNvPr>
          <p:cNvSpPr txBox="1"/>
          <p:nvPr/>
        </p:nvSpPr>
        <p:spPr>
          <a:xfrm>
            <a:off x="3067051" y="6033184"/>
            <a:ext cx="5134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>
                <a:cs typeface="Arial" panose="020B0604020202020204" pitchFamily="34" charset="0"/>
              </a:rPr>
              <a:t>Net change in number of patches: 0</a:t>
            </a:r>
          </a:p>
          <a:p>
            <a:pPr lvl="1" algn="ctr"/>
            <a:r>
              <a:rPr lang="en-US" b="1">
                <a:cs typeface="Arial" panose="020B0604020202020204" pitchFamily="34" charset="0"/>
              </a:rPr>
              <a:t>Net change in size of presence: 0  </a:t>
            </a:r>
            <a:endParaRPr lang="en-US" b="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5E3F28C-9E3A-4783-9201-7574C1DD5DF0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791F9B1A-48E6-4792-85A3-5DF47EF06809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F1AB4E1-9ADE-4B5D-A534-13D32ED4B18E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E51912D-0A07-432A-B771-DAE0BECFF7CB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6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FE5568-85A5-8F83-D82F-E7164E353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29143" y="1875028"/>
            <a:ext cx="7333714" cy="388230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871B55F-49B0-7427-4EDF-921E2E0FB3B4}"/>
              </a:ext>
            </a:extLst>
          </p:cNvPr>
          <p:cNvSpPr txBox="1">
            <a:spLocks/>
          </p:cNvSpPr>
          <p:nvPr/>
        </p:nvSpPr>
        <p:spPr>
          <a:xfrm>
            <a:off x="148180" y="479961"/>
            <a:ext cx="11736729" cy="1734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In the example map below, each change patch has a unique transition pattern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7927B9A-0F30-4E98-A1DF-6D99ABCFDF90}"/>
              </a:ext>
            </a:extLst>
          </p:cNvPr>
          <p:cNvGrpSpPr/>
          <p:nvPr/>
        </p:nvGrpSpPr>
        <p:grpSpPr>
          <a:xfrm>
            <a:off x="148180" y="5716721"/>
            <a:ext cx="12191999" cy="1018824"/>
            <a:chOff x="148180" y="5716721"/>
            <a:chExt cx="12191999" cy="101882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48BF8BB-A82F-AE06-5336-CCE2501A2624}"/>
                </a:ext>
              </a:extLst>
            </p:cNvPr>
            <p:cNvSpPr txBox="1"/>
            <p:nvPr/>
          </p:nvSpPr>
          <p:spPr>
            <a:xfrm>
              <a:off x="3257551" y="5716721"/>
              <a:ext cx="513451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 algn="ctr"/>
              <a:r>
                <a:rPr lang="en-US" b="1" dirty="0">
                  <a:cs typeface="Arial" panose="020B0604020202020204" pitchFamily="34" charset="0"/>
                </a:rPr>
                <a:t>Change pixels: 64</a:t>
              </a:r>
            </a:p>
            <a:p>
              <a:pPr lvl="1" algn="ctr"/>
              <a:r>
                <a:rPr lang="en-US" b="1" dirty="0">
                  <a:cs typeface="Arial" panose="020B0604020202020204" pitchFamily="34" charset="0"/>
                </a:rPr>
                <a:t>Change patches: 8</a:t>
              </a:r>
              <a:endParaRPr lang="en-US" b="1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EB95C4-BFE2-4306-923F-9176C8BB9CFC}"/>
                </a:ext>
              </a:extLst>
            </p:cNvPr>
            <p:cNvSpPr/>
            <p:nvPr/>
          </p:nvSpPr>
          <p:spPr>
            <a:xfrm>
              <a:off x="148180" y="6366213"/>
              <a:ext cx="12191999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Change patch: a patch of gain or a patch of loss during a time interval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58D2465-E77F-4733-B372-62E8BE6DE508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2" name="Title 1">
              <a:extLst>
                <a:ext uri="{FF2B5EF4-FFF2-40B4-BE49-F238E27FC236}">
                  <a16:creationId xmlns:a16="http://schemas.microsoft.com/office/drawing/2014/main" id="{2C8AD1B3-6767-4E7C-BE1C-31822DDDBE93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1C0CE9-BABE-4267-AB87-34D9343AF9AF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9B16314-713B-4B80-8961-F6BF89432F52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DC397A7-EA8D-4450-BFBA-E17E7B02DAD6}"/>
              </a:ext>
            </a:extLst>
          </p:cNvPr>
          <p:cNvSpPr txBox="1"/>
          <p:nvPr/>
        </p:nvSpPr>
        <p:spPr>
          <a:xfrm>
            <a:off x="3257551" y="1364683"/>
            <a:ext cx="5353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Overlay</a:t>
            </a:r>
          </a:p>
        </p:txBody>
      </p:sp>
    </p:spTree>
    <p:extLst>
      <p:ext uri="{BB962C8B-B14F-4D97-AF65-F5344CB8AC3E}">
        <p14:creationId xmlns:p14="http://schemas.microsoft.com/office/powerpoint/2010/main" val="845924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5690" y="-11157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9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EFE077-AE5C-4FA9-8EB4-FCD63C151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94" y="1100554"/>
            <a:ext cx="5165311" cy="461491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9B58D7-AC4F-1417-F65B-6C3A1FE34389}"/>
              </a:ext>
            </a:extLst>
          </p:cNvPr>
          <p:cNvGraphicFramePr>
            <a:graphicFrameLocks noGrp="1"/>
          </p:cNvGraphicFramePr>
          <p:nvPr/>
        </p:nvGraphicFramePr>
        <p:xfrm>
          <a:off x="5738748" y="1513095"/>
          <a:ext cx="6309358" cy="3383915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72407">
                  <a:extLst>
                    <a:ext uri="{9D8B030D-6E8A-4147-A177-3AD203B41FA5}">
                      <a16:colId xmlns:a16="http://schemas.microsoft.com/office/drawing/2014/main" val="1725299177"/>
                    </a:ext>
                  </a:extLst>
                </a:gridCol>
                <a:gridCol w="885736">
                  <a:extLst>
                    <a:ext uri="{9D8B030D-6E8A-4147-A177-3AD203B41FA5}">
                      <a16:colId xmlns:a16="http://schemas.microsoft.com/office/drawing/2014/main" val="908958999"/>
                    </a:ext>
                  </a:extLst>
                </a:gridCol>
                <a:gridCol w="869862">
                  <a:extLst>
                    <a:ext uri="{9D8B030D-6E8A-4147-A177-3AD203B41FA5}">
                      <a16:colId xmlns:a16="http://schemas.microsoft.com/office/drawing/2014/main" val="1468898039"/>
                    </a:ext>
                  </a:extLst>
                </a:gridCol>
                <a:gridCol w="869862">
                  <a:extLst>
                    <a:ext uri="{9D8B030D-6E8A-4147-A177-3AD203B41FA5}">
                      <a16:colId xmlns:a16="http://schemas.microsoft.com/office/drawing/2014/main" val="2970638472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102591839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1660712928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2949832957"/>
                    </a:ext>
                  </a:extLst>
                </a:gridCol>
              </a:tblGrid>
              <a:tr h="330835"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Transition 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Change 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Number of connected patch(es)</a:t>
                      </a:r>
                      <a:r>
                        <a:rPr lang="en-US" sz="1200" baseline="30000" dirty="0">
                          <a:effectLst/>
                        </a:rPr>
                        <a:t>*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Gross change in the number of patches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9604648"/>
                  </a:ext>
                </a:extLst>
              </a:tr>
              <a:tr h="4654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Initial Presence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Final Presence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Initial Exterior Absence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Final Exterior Absence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4637376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Appearing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Gain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Increase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2380542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Merging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&gt;1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Decrease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2911988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Filling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 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No gross change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97241365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Expanding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&gt;0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No gross change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8192012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Disappearing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Decrease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26900"/>
                  </a:ext>
                </a:extLst>
              </a:tr>
              <a:tr h="259715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Splitting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&gt;1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Increase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75815948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Perforating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No gross change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2612144"/>
                  </a:ext>
                </a:extLst>
              </a:tr>
              <a:tr h="465455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Contracting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Loss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&gt;0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No gross change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17035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1CEF3EE-9D34-E92D-7794-D81D8E16E807}"/>
              </a:ext>
            </a:extLst>
          </p:cNvPr>
          <p:cNvSpPr txBox="1"/>
          <p:nvPr/>
        </p:nvSpPr>
        <p:spPr>
          <a:xfrm>
            <a:off x="5882642" y="1026496"/>
            <a:ext cx="6281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600"/>
              </a:spcBef>
              <a:spcAft>
                <a:spcPts val="600"/>
              </a:spcAft>
            </a:pPr>
            <a:r>
              <a:rPr lang="en-US" b="0" dirty="0">
                <a:effectLst/>
                <a:ea typeface="SimSun" panose="02010600030101010101" pitchFamily="2" charset="-122"/>
              </a:rPr>
              <a:t>Identification of transition types</a:t>
            </a:r>
            <a:r>
              <a:rPr lang="en-US" sz="1050" b="0" dirty="0">
                <a:effectLst/>
                <a:ea typeface="SimSun" panose="02010600030101010101" pitchFamily="2" charset="-122"/>
              </a:rPr>
              <a:t> </a:t>
            </a:r>
            <a:endParaRPr lang="en-US" b="1" dirty="0">
              <a:effectLst/>
              <a:ea typeface="SimSun" panose="02010600030101010101" pitchFamily="2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183C4A-0B46-C591-43D3-88FE9AE400AF}"/>
              </a:ext>
            </a:extLst>
          </p:cNvPr>
          <p:cNvSpPr txBox="1"/>
          <p:nvPr/>
        </p:nvSpPr>
        <p:spPr>
          <a:xfrm>
            <a:off x="55690" y="5757446"/>
            <a:ext cx="51653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600"/>
              </a:spcBef>
              <a:spcAft>
                <a:spcPts val="600"/>
              </a:spcAft>
            </a:pPr>
            <a:r>
              <a:rPr lang="en-US" sz="1600" b="0" dirty="0">
                <a:effectLst/>
                <a:ea typeface="SimSun" panose="02010600030101010101" pitchFamily="2" charset="-122"/>
              </a:rPr>
              <a:t>Characterizing patch-transition types: a designed example</a:t>
            </a:r>
            <a:endParaRPr lang="en-US" sz="1600" b="1" dirty="0">
              <a:effectLst/>
              <a:ea typeface="SimSun" panose="0201060003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6895E-18D8-5BAF-F7A8-9B4CD97EA2CA}"/>
              </a:ext>
            </a:extLst>
          </p:cNvPr>
          <p:cNvSpPr txBox="1"/>
          <p:nvPr/>
        </p:nvSpPr>
        <p:spPr>
          <a:xfrm>
            <a:off x="5805143" y="5185173"/>
            <a:ext cx="62547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DynamicPATCH</a:t>
            </a:r>
            <a:r>
              <a:rPr lang="en-US" b="1" dirty="0"/>
              <a:t> </a:t>
            </a:r>
            <a:r>
              <a:rPr lang="en-US" sz="1800" b="1" dirty="0">
                <a:effectLst/>
                <a:ea typeface="SimSun" panose="02010600030101010101" pitchFamily="2" charset="-122"/>
              </a:rPr>
              <a:t>identifies eight patch-based transition types that are mutually exclusive and collectively exhaustive</a:t>
            </a:r>
            <a:endParaRPr lang="en-US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4842E86-B643-483D-BB02-D19C87029993}"/>
              </a:ext>
            </a:extLst>
          </p:cNvPr>
          <p:cNvGrpSpPr/>
          <p:nvPr/>
        </p:nvGrpSpPr>
        <p:grpSpPr>
          <a:xfrm>
            <a:off x="55690" y="-27034"/>
            <a:ext cx="12355385" cy="954107"/>
            <a:chOff x="55690" y="-27034"/>
            <a:chExt cx="12355385" cy="954107"/>
          </a:xfrm>
        </p:grpSpPr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53CAB266-EA9D-4635-B44A-2DB78322D74C}"/>
                </a:ext>
              </a:extLst>
            </p:cNvPr>
            <p:cNvSpPr txBox="1">
              <a:spLocks/>
            </p:cNvSpPr>
            <p:nvPr/>
          </p:nvSpPr>
          <p:spPr>
            <a:xfrm>
              <a:off x="55690" y="73873"/>
              <a:ext cx="12355385" cy="835356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F3D6E73-C418-47E7-B444-E6C2E59A947C}"/>
                </a:ext>
              </a:extLst>
            </p:cNvPr>
            <p:cNvSpPr/>
            <p:nvPr/>
          </p:nvSpPr>
          <p:spPr>
            <a:xfrm>
              <a:off x="83312" y="-27034"/>
              <a:ext cx="12108688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DynamicPATCH</a:t>
              </a:r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:</a:t>
              </a:r>
            </a:p>
            <a:p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Spatially Explicit </a:t>
              </a:r>
              <a:r>
                <a:rPr lang="en-US" sz="2400" b="1" dirty="0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Dynamic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b="1" dirty="0" err="1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PA</a:t>
              </a:r>
              <a:r>
                <a:rPr lang="en-US" sz="2400" dirty="0" err="1">
                  <a:latin typeface="Century Gothic" panose="020B0502020202020204" pitchFamily="34" charset="0"/>
                  <a:cs typeface="Arial" panose="020B0604020202020204" pitchFamily="34" charset="0"/>
                </a:rPr>
                <a:t>tch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b="1" dirty="0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T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ransition </a:t>
              </a:r>
              <a:r>
                <a:rPr lang="en-US" sz="2400" b="1" dirty="0" err="1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CH</a:t>
              </a:r>
              <a:r>
                <a:rPr lang="en-US" sz="2400" dirty="0" err="1">
                  <a:latin typeface="Century Gothic" panose="020B0502020202020204" pitchFamily="34" charset="0"/>
                  <a:cs typeface="Arial" panose="020B0604020202020204" pitchFamily="34" charset="0"/>
                </a:rPr>
                <a:t>aracterization</a:t>
              </a:r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18BFADA-4CA5-4DD0-8AA4-49ED8CB06CFD}"/>
                </a:ext>
              </a:extLst>
            </p:cNvPr>
            <p:cNvSpPr/>
            <p:nvPr/>
          </p:nvSpPr>
          <p:spPr>
            <a:xfrm>
              <a:off x="55690" y="73024"/>
              <a:ext cx="45719" cy="78858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9816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10</a:t>
            </a:fld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5E01BB-AC19-4366-9052-002F003250FE}"/>
              </a:ext>
            </a:extLst>
          </p:cNvPr>
          <p:cNvSpPr/>
          <p:nvPr/>
        </p:nvSpPr>
        <p:spPr>
          <a:xfrm>
            <a:off x="453671" y="1479122"/>
            <a:ext cx="2540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Gross Gain in size:</a:t>
            </a:r>
          </a:p>
          <a:p>
            <a:r>
              <a:rPr lang="en-US" sz="2000" dirty="0"/>
              <a:t>Appearing: 16 Merging: 8 </a:t>
            </a:r>
          </a:p>
          <a:p>
            <a:r>
              <a:rPr lang="en-US" sz="2000" dirty="0"/>
              <a:t>Filling: 2</a:t>
            </a:r>
          </a:p>
          <a:p>
            <a:r>
              <a:rPr lang="en-US" sz="2000" dirty="0"/>
              <a:t>Expanding: 6</a:t>
            </a:r>
          </a:p>
          <a:p>
            <a:r>
              <a:rPr lang="en-US" sz="2000" dirty="0"/>
              <a:t>Total: 32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33CC47-57D7-4A86-93B9-2A37E7B94C69}"/>
              </a:ext>
            </a:extLst>
          </p:cNvPr>
          <p:cNvSpPr/>
          <p:nvPr/>
        </p:nvSpPr>
        <p:spPr>
          <a:xfrm>
            <a:off x="453671" y="3418114"/>
            <a:ext cx="2540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Gross Loss in size:</a:t>
            </a:r>
          </a:p>
          <a:p>
            <a:r>
              <a:rPr lang="en-US" sz="2000" dirty="0"/>
              <a:t>Disappearing: 16 </a:t>
            </a:r>
          </a:p>
          <a:p>
            <a:r>
              <a:rPr lang="en-US" sz="2000" dirty="0"/>
              <a:t>Splitting: 8 </a:t>
            </a:r>
          </a:p>
          <a:p>
            <a:r>
              <a:rPr lang="en-US" sz="2000" dirty="0"/>
              <a:t>Perforating: 2</a:t>
            </a:r>
          </a:p>
          <a:p>
            <a:r>
              <a:rPr lang="en-US" sz="2000" dirty="0"/>
              <a:t>Contracting: 6</a:t>
            </a:r>
          </a:p>
          <a:p>
            <a:r>
              <a:rPr lang="en-US" sz="2000" dirty="0"/>
              <a:t>Total: 32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097E48D-FD2A-02FC-9586-53C11AB0BFD6}"/>
              </a:ext>
            </a:extLst>
          </p:cNvPr>
          <p:cNvSpPr txBox="1">
            <a:spLocks/>
          </p:cNvSpPr>
          <p:nvPr/>
        </p:nvSpPr>
        <p:spPr>
          <a:xfrm>
            <a:off x="314325" y="1195584"/>
            <a:ext cx="12355385" cy="835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3545CA6-E04D-429E-8020-F4792B555C30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0CC57E49-474D-424D-A3F8-EF3CBE33A2D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A34D332-F223-4E36-9127-F2D477526561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67B7C9-6354-42A1-B1C4-5B946D707E6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43BF5440-C3DB-4ABD-8549-31C04064D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140" y="944920"/>
            <a:ext cx="6297307" cy="562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230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63A16A9-0EBA-EF82-983C-1991820163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140" y="944920"/>
            <a:ext cx="6297307" cy="56262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C997E-3CA3-4CF0-96EE-E924D4D08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62" y="1247880"/>
            <a:ext cx="2357565" cy="12562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Union patch: </a:t>
            </a:r>
            <a:r>
              <a:rPr lang="en-US" sz="2000" dirty="0"/>
              <a:t>the union of Initial Presence and Final Presence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03536" y="6283779"/>
            <a:ext cx="2743200" cy="365125"/>
          </a:xfrm>
        </p:spPr>
        <p:txBody>
          <a:bodyPr/>
          <a:lstStyle/>
          <a:p>
            <a:fld id="{D1F91A0B-866F-4808-971F-0FC85A213661}" type="slidenum">
              <a:rPr lang="en-US" smtClean="0"/>
              <a:t>11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77819F-3EEE-44E7-B005-1E5C9DF8ABFC}"/>
              </a:ext>
            </a:extLst>
          </p:cNvPr>
          <p:cNvSpPr/>
          <p:nvPr/>
        </p:nvSpPr>
        <p:spPr>
          <a:xfrm>
            <a:off x="3176117" y="3002488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C2F6691-6240-4BE2-BDEA-C818CD3EBA93}"/>
              </a:ext>
            </a:extLst>
          </p:cNvPr>
          <p:cNvGrpSpPr/>
          <p:nvPr/>
        </p:nvGrpSpPr>
        <p:grpSpPr>
          <a:xfrm>
            <a:off x="6269255" y="2992964"/>
            <a:ext cx="1176120" cy="1154040"/>
            <a:chOff x="6069228" y="1968500"/>
            <a:chExt cx="1512672" cy="14985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62FB48-FA31-4ACD-9BDF-2ABCF8EFB5E2}"/>
                </a:ext>
              </a:extLst>
            </p:cNvPr>
            <p:cNvSpPr/>
            <p:nvPr/>
          </p:nvSpPr>
          <p:spPr>
            <a:xfrm>
              <a:off x="6069228" y="1968500"/>
              <a:ext cx="1512672" cy="1498599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950720-0791-482A-AC26-9A0818D8C332}"/>
                </a:ext>
              </a:extLst>
            </p:cNvPr>
            <p:cNvSpPr/>
            <p:nvPr/>
          </p:nvSpPr>
          <p:spPr>
            <a:xfrm>
              <a:off x="6807200" y="2362201"/>
              <a:ext cx="406400" cy="736600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18786D1-94FF-ED03-51E5-B57D887B98E7}"/>
              </a:ext>
            </a:extLst>
          </p:cNvPr>
          <p:cNvGrpSpPr/>
          <p:nvPr/>
        </p:nvGrpSpPr>
        <p:grpSpPr>
          <a:xfrm>
            <a:off x="6269255" y="4520478"/>
            <a:ext cx="1176120" cy="1216323"/>
            <a:chOff x="6761964" y="3788229"/>
            <a:chExt cx="1512672" cy="149859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62FB48-FA31-4ACD-9BDF-2ABCF8EFB5E2}"/>
                </a:ext>
              </a:extLst>
            </p:cNvPr>
            <p:cNvSpPr/>
            <p:nvPr/>
          </p:nvSpPr>
          <p:spPr>
            <a:xfrm>
              <a:off x="6761964" y="3788229"/>
              <a:ext cx="1512672" cy="1498599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1F698F9-7132-43A5-8913-51ECA39DEBF6}"/>
                </a:ext>
              </a:extLst>
            </p:cNvPr>
            <p:cNvSpPr/>
            <p:nvPr/>
          </p:nvSpPr>
          <p:spPr>
            <a:xfrm>
              <a:off x="7121575" y="4156528"/>
              <a:ext cx="406400" cy="736600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505E01BB-AC19-4366-9052-002F003250FE}"/>
              </a:ext>
            </a:extLst>
          </p:cNvPr>
          <p:cNvSpPr/>
          <p:nvPr/>
        </p:nvSpPr>
        <p:spPr>
          <a:xfrm>
            <a:off x="328027" y="3639172"/>
            <a:ext cx="2540000" cy="70788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Gross increase: +2</a:t>
            </a:r>
          </a:p>
          <a:p>
            <a:r>
              <a:rPr lang="en-US" sz="2000" dirty="0"/>
              <a:t>Gross decrease: -2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89703C-5734-EF17-9756-A633B5E5EBE7}"/>
              </a:ext>
            </a:extLst>
          </p:cNvPr>
          <p:cNvSpPr txBox="1"/>
          <p:nvPr/>
        </p:nvSpPr>
        <p:spPr>
          <a:xfrm>
            <a:off x="9251860" y="1137319"/>
            <a:ext cx="28680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1200" dirty="0">
                <a:solidFill>
                  <a:srgbClr val="C00000"/>
                </a:solidFill>
                <a:effectLst/>
              </a:rPr>
              <a:t>Change in number of patch </a:t>
            </a:r>
            <a:r>
              <a:rPr lang="en-US" dirty="0">
                <a:solidFill>
                  <a:srgbClr val="C00000"/>
                </a:solidFill>
              </a:rPr>
              <a:t>in</a:t>
            </a:r>
            <a:r>
              <a:rPr lang="en-US" kern="1200" dirty="0">
                <a:solidFill>
                  <a:srgbClr val="C00000"/>
                </a:solidFill>
                <a:effectLst/>
              </a:rPr>
              <a:t> each union patch </a:t>
            </a:r>
          </a:p>
          <a:p>
            <a:r>
              <a:rPr lang="en-US" kern="1200" dirty="0">
                <a:solidFill>
                  <a:srgbClr val="C00000"/>
                </a:solidFill>
                <a:effectLst/>
              </a:rPr>
              <a:t>= Number of Final Presence patches – Number of Initial Presence patches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466EBB-96A9-DA4C-73D7-72ED361BABE7}"/>
              </a:ext>
            </a:extLst>
          </p:cNvPr>
          <p:cNvSpPr/>
          <p:nvPr/>
        </p:nvSpPr>
        <p:spPr>
          <a:xfrm>
            <a:off x="4729022" y="2992723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E494A3-DAD3-3AF1-2AB0-27AEA07C9E41}"/>
              </a:ext>
            </a:extLst>
          </p:cNvPr>
          <p:cNvSpPr/>
          <p:nvPr/>
        </p:nvSpPr>
        <p:spPr>
          <a:xfrm>
            <a:off x="7791452" y="2992723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6DEFE9-1440-B0CF-B21E-B329E521563C}"/>
              </a:ext>
            </a:extLst>
          </p:cNvPr>
          <p:cNvSpPr/>
          <p:nvPr/>
        </p:nvSpPr>
        <p:spPr>
          <a:xfrm>
            <a:off x="3176116" y="4523647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D17FDB-3FAC-0659-0FB1-4BCD608C33B7}"/>
              </a:ext>
            </a:extLst>
          </p:cNvPr>
          <p:cNvSpPr/>
          <p:nvPr/>
        </p:nvSpPr>
        <p:spPr>
          <a:xfrm>
            <a:off x="4727448" y="4523646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05E0B9-559B-D688-92DB-92A702612B0F}"/>
              </a:ext>
            </a:extLst>
          </p:cNvPr>
          <p:cNvSpPr/>
          <p:nvPr/>
        </p:nvSpPr>
        <p:spPr>
          <a:xfrm>
            <a:off x="7791452" y="4523646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6EF3-C701-BCD0-88CE-32061392D796}"/>
              </a:ext>
            </a:extLst>
          </p:cNvPr>
          <p:cNvSpPr txBox="1"/>
          <p:nvPr/>
        </p:nvSpPr>
        <p:spPr>
          <a:xfrm>
            <a:off x="3581139" y="3385318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+1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87C141-112B-2A71-D2FE-7AA35A64EEC2}"/>
              </a:ext>
            </a:extLst>
          </p:cNvPr>
          <p:cNvSpPr txBox="1"/>
          <p:nvPr/>
        </p:nvSpPr>
        <p:spPr>
          <a:xfrm>
            <a:off x="5120458" y="3379736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-1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AE5B12-E996-E791-8B7A-89E3673DF62C}"/>
              </a:ext>
            </a:extLst>
          </p:cNvPr>
          <p:cNvSpPr txBox="1"/>
          <p:nvPr/>
        </p:nvSpPr>
        <p:spPr>
          <a:xfrm>
            <a:off x="6751388" y="3368046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AE1B4C-D95D-F59F-7D4E-11170F674A45}"/>
              </a:ext>
            </a:extLst>
          </p:cNvPr>
          <p:cNvSpPr txBox="1"/>
          <p:nvPr/>
        </p:nvSpPr>
        <p:spPr>
          <a:xfrm>
            <a:off x="8245677" y="3377458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A92147-E2A7-0258-1AA7-D3A216872481}"/>
              </a:ext>
            </a:extLst>
          </p:cNvPr>
          <p:cNvSpPr txBox="1"/>
          <p:nvPr/>
        </p:nvSpPr>
        <p:spPr>
          <a:xfrm>
            <a:off x="8245676" y="4933665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D22F51-73FA-0CCE-D24B-C637BAE5F521}"/>
              </a:ext>
            </a:extLst>
          </p:cNvPr>
          <p:cNvSpPr txBox="1"/>
          <p:nvPr/>
        </p:nvSpPr>
        <p:spPr>
          <a:xfrm>
            <a:off x="6707438" y="4942760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5B231-5167-20E1-B2EB-3204F5C64837}"/>
              </a:ext>
            </a:extLst>
          </p:cNvPr>
          <p:cNvSpPr txBox="1"/>
          <p:nvPr/>
        </p:nvSpPr>
        <p:spPr>
          <a:xfrm>
            <a:off x="3569126" y="4942760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-1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A005CD-8651-2B0F-2B96-5CF6D4AEAB09}"/>
              </a:ext>
            </a:extLst>
          </p:cNvPr>
          <p:cNvSpPr txBox="1"/>
          <p:nvPr/>
        </p:nvSpPr>
        <p:spPr>
          <a:xfrm>
            <a:off x="5135908" y="4933665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+1</a:t>
            </a:r>
            <a:endParaRPr lang="en-US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7717561-76C5-4233-9BA2-7BAAC1B7E4EC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41" name="Title 1">
              <a:extLst>
                <a:ext uri="{FF2B5EF4-FFF2-40B4-BE49-F238E27FC236}">
                  <a16:creationId xmlns:a16="http://schemas.microsoft.com/office/drawing/2014/main" id="{3438069B-78AD-4AE4-BBDD-5D7221EB01D3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EF1D0C4-FC97-4C37-A2B1-E4CA5B6C4AC0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864BD4C-7C08-4FC4-8A35-7B0870D28BF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155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12</a:t>
            </a:fld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63571C9-CD91-4FA3-92F5-69ADE8035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7992"/>
            <a:ext cx="12192000" cy="328201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7DB9048-1992-44CC-89E3-ECD0880044CC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F47E92D0-F792-490B-8824-CF3BCECE49B7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93278C-FF34-485D-BEF1-E3E253C61899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A15A7A1-EAB9-4E59-866A-06CA121D2C90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93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Case study at PIE-LTER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7959091" y="6094305"/>
            <a:ext cx="42329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55964AE-226A-4D69-8EEB-9807DD2C3911}"/>
              </a:ext>
            </a:extLst>
          </p:cNvPr>
          <p:cNvGrpSpPr/>
          <p:nvPr/>
        </p:nvGrpSpPr>
        <p:grpSpPr>
          <a:xfrm>
            <a:off x="398410" y="862806"/>
            <a:ext cx="4459511" cy="2471940"/>
            <a:chOff x="398410" y="862806"/>
            <a:chExt cx="4459511" cy="247194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4D27DF1-87F3-403E-AFAC-5B699EC9660F}"/>
                </a:ext>
              </a:extLst>
            </p:cNvPr>
            <p:cNvGrpSpPr/>
            <p:nvPr/>
          </p:nvGrpSpPr>
          <p:grpSpPr>
            <a:xfrm>
              <a:off x="398410" y="1810746"/>
              <a:ext cx="3116486" cy="1524000"/>
              <a:chOff x="398410" y="1810746"/>
              <a:chExt cx="3116486" cy="1524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BDA7104-1CFF-4E03-8D38-F258DF0D3846}"/>
                  </a:ext>
                </a:extLst>
              </p:cNvPr>
              <p:cNvSpPr/>
              <p:nvPr/>
            </p:nvSpPr>
            <p:spPr>
              <a:xfrm>
                <a:off x="1210210" y="1810746"/>
                <a:ext cx="771161" cy="1343025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58EA1EA3-BD4F-4582-8DEE-FEE9969AE98F}"/>
                  </a:ext>
                </a:extLst>
              </p:cNvPr>
              <p:cNvSpPr/>
              <p:nvPr/>
            </p:nvSpPr>
            <p:spPr>
              <a:xfrm>
                <a:off x="398410" y="2679158"/>
                <a:ext cx="771161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C4F9835-C50C-485E-83C0-B23354AF323E}"/>
                  </a:ext>
                </a:extLst>
              </p:cNvPr>
              <p:cNvSpPr/>
              <p:nvPr/>
            </p:nvSpPr>
            <p:spPr>
              <a:xfrm>
                <a:off x="2843929" y="2407755"/>
                <a:ext cx="670967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F5BA19-F7FF-4B24-9C66-5391F9517C5F}"/>
                </a:ext>
              </a:extLst>
            </p:cNvPr>
            <p:cNvSpPr/>
            <p:nvPr/>
          </p:nvSpPr>
          <p:spPr>
            <a:xfrm>
              <a:off x="4172121" y="2676093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99B188-61C4-4855-B92E-F8B58A255666}"/>
                </a:ext>
              </a:extLst>
            </p:cNvPr>
            <p:cNvSpPr/>
            <p:nvPr/>
          </p:nvSpPr>
          <p:spPr>
            <a:xfrm>
              <a:off x="4359129" y="862806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0C758F4-061A-4FFD-B96B-5A6494D0BCE7}"/>
              </a:ext>
            </a:extLst>
          </p:cNvPr>
          <p:cNvGrpSpPr/>
          <p:nvPr/>
        </p:nvGrpSpPr>
        <p:grpSpPr>
          <a:xfrm>
            <a:off x="379531" y="3701188"/>
            <a:ext cx="4459511" cy="2471940"/>
            <a:chOff x="366469" y="4249028"/>
            <a:chExt cx="4459511" cy="247194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E39DC1-FC08-4014-AF1D-8FF12B0D4BDC}"/>
                </a:ext>
              </a:extLst>
            </p:cNvPr>
            <p:cNvSpPr/>
            <p:nvPr/>
          </p:nvSpPr>
          <p:spPr>
            <a:xfrm>
              <a:off x="1178269" y="5196968"/>
              <a:ext cx="771161" cy="1343025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1EA92DD-EC3A-4711-8D57-61076C6A23DB}"/>
                </a:ext>
              </a:extLst>
            </p:cNvPr>
            <p:cNvSpPr/>
            <p:nvPr/>
          </p:nvSpPr>
          <p:spPr>
            <a:xfrm>
              <a:off x="366469" y="6065380"/>
              <a:ext cx="771161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C193E4F-DF6F-4496-8B0C-2B985F991817}"/>
                </a:ext>
              </a:extLst>
            </p:cNvPr>
            <p:cNvSpPr/>
            <p:nvPr/>
          </p:nvSpPr>
          <p:spPr>
            <a:xfrm>
              <a:off x="2811988" y="5793977"/>
              <a:ext cx="670967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00AF07B-CFE9-4014-BFF6-FF3A0BF65F5D}"/>
                </a:ext>
              </a:extLst>
            </p:cNvPr>
            <p:cNvSpPr/>
            <p:nvPr/>
          </p:nvSpPr>
          <p:spPr>
            <a:xfrm>
              <a:off x="4140180" y="6062315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8FB31B-1B6C-465C-8ED9-853E73A99E72}"/>
                </a:ext>
              </a:extLst>
            </p:cNvPr>
            <p:cNvSpPr/>
            <p:nvPr/>
          </p:nvSpPr>
          <p:spPr>
            <a:xfrm>
              <a:off x="4327188" y="4249028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3C4CE7A4-A7BD-41C9-A8A0-E30F76C0AEE4}"/>
              </a:ext>
            </a:extLst>
          </p:cNvPr>
          <p:cNvSpPr/>
          <p:nvPr/>
        </p:nvSpPr>
        <p:spPr>
          <a:xfrm>
            <a:off x="6137656" y="1510825"/>
            <a:ext cx="603943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DynamicPATCH creates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178DAEB-F889-4639-B149-BDDDB0DEA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97974" y="2284082"/>
            <a:ext cx="5188368" cy="2646006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9EA2567-A4A5-44E2-BE2D-CCAC3D60835C}"/>
              </a:ext>
            </a:extLst>
          </p:cNvPr>
          <p:cNvSpPr/>
          <p:nvPr/>
        </p:nvSpPr>
        <p:spPr>
          <a:xfrm>
            <a:off x="7458439" y="3305175"/>
            <a:ext cx="771161" cy="134302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483364C-D6A9-4A91-B918-8071AFDD29A6}"/>
              </a:ext>
            </a:extLst>
          </p:cNvPr>
          <p:cNvSpPr/>
          <p:nvPr/>
        </p:nvSpPr>
        <p:spPr>
          <a:xfrm>
            <a:off x="6646639" y="4173587"/>
            <a:ext cx="771161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2387D57-B791-4A53-88D9-A5D025B2744E}"/>
              </a:ext>
            </a:extLst>
          </p:cNvPr>
          <p:cNvSpPr/>
          <p:nvPr/>
        </p:nvSpPr>
        <p:spPr>
          <a:xfrm>
            <a:off x="9092158" y="3902184"/>
            <a:ext cx="670967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CACB710-31FD-4698-A621-555F0665A3D9}"/>
              </a:ext>
            </a:extLst>
          </p:cNvPr>
          <p:cNvSpPr/>
          <p:nvPr/>
        </p:nvSpPr>
        <p:spPr>
          <a:xfrm>
            <a:off x="10420350" y="4170522"/>
            <a:ext cx="374016" cy="2490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44F8219-68D1-46B9-9A97-C51279427EE7}"/>
              </a:ext>
            </a:extLst>
          </p:cNvPr>
          <p:cNvSpPr/>
          <p:nvPr/>
        </p:nvSpPr>
        <p:spPr>
          <a:xfrm>
            <a:off x="10607358" y="2357235"/>
            <a:ext cx="498792" cy="5669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08E2B24-BFFC-436C-83E0-42ED7D999016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52659" y="4908000"/>
            <a:ext cx="6439094" cy="605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E21CB5FA-0FEB-4EB6-B1EA-E49100187616}"/>
              </a:ext>
            </a:extLst>
          </p:cNvPr>
          <p:cNvSpPr/>
          <p:nvPr/>
        </p:nvSpPr>
        <p:spPr>
          <a:xfrm>
            <a:off x="7770495" y="5166359"/>
            <a:ext cx="188596" cy="78105"/>
          </a:xfrm>
          <a:prstGeom prst="rect">
            <a:avLst/>
          </a:prstGeom>
          <a:solidFill>
            <a:srgbClr val="DF7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496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10573EF-8F55-4E1E-B69F-68E4E63B09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7403" y="5142228"/>
            <a:ext cx="6439094" cy="605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E6735B-3AE2-070A-0C54-8FD97FB3C1E0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10"/>
          <a:stretch/>
        </p:blipFill>
        <p:spPr bwMode="auto">
          <a:xfrm>
            <a:off x="588467" y="1249211"/>
            <a:ext cx="2590655" cy="38733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F71BA1-ED52-BA4B-F864-1014268C07C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6602" t="2852" r="-1"/>
          <a:stretch/>
        </p:blipFill>
        <p:spPr>
          <a:xfrm>
            <a:off x="3510189" y="1249210"/>
            <a:ext cx="2627467" cy="3873391"/>
          </a:xfrm>
          <a:prstGeom prst="rect">
            <a:avLst/>
          </a:prstGeom>
        </p:spPr>
      </p:pic>
      <p:pic>
        <p:nvPicPr>
          <p:cNvPr id="12" name="Picture 11" descr="A white triangle on a black background&#10;&#10;Description automatically generated">
            <a:extLst>
              <a:ext uri="{FF2B5EF4-FFF2-40B4-BE49-F238E27FC236}">
                <a16:creationId xmlns:a16="http://schemas.microsoft.com/office/drawing/2014/main" id="{FC7EA79F-880E-6864-99E6-CBCF369EA5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400" y="3497641"/>
            <a:ext cx="623381" cy="6233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3491296-43B0-1908-9305-1352CCDC5BC4}"/>
              </a:ext>
            </a:extLst>
          </p:cNvPr>
          <p:cNvSpPr txBox="1"/>
          <p:nvPr/>
        </p:nvSpPr>
        <p:spPr>
          <a:xfrm>
            <a:off x="971365" y="876047"/>
            <a:ext cx="1824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1938 - 1971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2867A-8810-7F3B-6567-B5DE1F1F644D}"/>
              </a:ext>
            </a:extLst>
          </p:cNvPr>
          <p:cNvSpPr txBox="1"/>
          <p:nvPr/>
        </p:nvSpPr>
        <p:spPr>
          <a:xfrm>
            <a:off x="3911493" y="857842"/>
            <a:ext cx="1824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1971 - 2013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41384B6A-2E3D-92ED-CDA3-EB818B392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14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4524A7C-B32C-4D00-ABFD-FCDF3C579AD2}"/>
              </a:ext>
            </a:extLst>
          </p:cNvPr>
          <p:cNvGrpSpPr/>
          <p:nvPr/>
        </p:nvGrpSpPr>
        <p:grpSpPr>
          <a:xfrm>
            <a:off x="55690" y="-27034"/>
            <a:ext cx="12355385" cy="954107"/>
            <a:chOff x="55690" y="-27034"/>
            <a:chExt cx="12355385" cy="954107"/>
          </a:xfrm>
        </p:grpSpPr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51D7CD82-044F-45FC-9B34-9AFA02170126}"/>
                </a:ext>
              </a:extLst>
            </p:cNvPr>
            <p:cNvSpPr txBox="1">
              <a:spLocks/>
            </p:cNvSpPr>
            <p:nvPr/>
          </p:nvSpPr>
          <p:spPr>
            <a:xfrm>
              <a:off x="55690" y="73873"/>
              <a:ext cx="12355385" cy="835356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C5C4F5C-EE8C-4D2A-9AAC-FC1FD5715F15}"/>
                </a:ext>
              </a:extLst>
            </p:cNvPr>
            <p:cNvSpPr/>
            <p:nvPr/>
          </p:nvSpPr>
          <p:spPr>
            <a:xfrm>
              <a:off x="83312" y="-27034"/>
              <a:ext cx="12108688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Case study at PIE-LTER</a:t>
              </a:r>
            </a:p>
            <a:p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Results</a:t>
              </a:r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7D5E0E8-EABF-4E18-B3C6-D3D9BC1504A8}"/>
                </a:ext>
              </a:extLst>
            </p:cNvPr>
            <p:cNvSpPr/>
            <p:nvPr/>
          </p:nvSpPr>
          <p:spPr>
            <a:xfrm>
              <a:off x="55690" y="73024"/>
              <a:ext cx="45719" cy="78858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8CF2203-638D-4BFF-A195-1CFAD59820E8}"/>
              </a:ext>
            </a:extLst>
          </p:cNvPr>
          <p:cNvPicPr/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505"/>
          <a:stretch/>
        </p:blipFill>
        <p:spPr>
          <a:xfrm>
            <a:off x="6263395" y="850934"/>
            <a:ext cx="5498969" cy="2520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A642333-A56B-4D0B-A874-BD303FA33CF4}"/>
              </a:ext>
            </a:extLst>
          </p:cNvPr>
          <p:cNvPicPr/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99" b="-1106"/>
          <a:stretch/>
        </p:blipFill>
        <p:spPr>
          <a:xfrm>
            <a:off x="6311020" y="3336693"/>
            <a:ext cx="5498968" cy="262198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B80663F-CCB9-47DC-82EA-FDCC84FE59DB}"/>
              </a:ext>
            </a:extLst>
          </p:cNvPr>
          <p:cNvSpPr txBox="1"/>
          <p:nvPr/>
        </p:nvSpPr>
        <p:spPr>
          <a:xfrm>
            <a:off x="399550" y="5882077"/>
            <a:ext cx="118229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/>
              <a:t>DynamicPATCH</a:t>
            </a:r>
            <a:r>
              <a:rPr lang="en-US" sz="2400" b="1" dirty="0"/>
              <a:t> quantifies </a:t>
            </a:r>
            <a:r>
              <a:rPr lang="en-US" sz="2400" b="1" dirty="0">
                <a:solidFill>
                  <a:srgbClr val="FF0000"/>
                </a:solidFill>
              </a:rPr>
              <a:t>annual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gross change in </a:t>
            </a:r>
            <a:r>
              <a:rPr lang="en-US" sz="2400" b="1" dirty="0"/>
              <a:t>both the </a:t>
            </a:r>
            <a:r>
              <a:rPr lang="en-US" sz="2400" b="1" dirty="0">
                <a:solidFill>
                  <a:srgbClr val="FF0000"/>
                </a:solidFill>
              </a:rPr>
              <a:t>area</a:t>
            </a:r>
            <a:r>
              <a:rPr lang="en-US" sz="2400" b="1" dirty="0"/>
              <a:t> and number of patches, revealing gross changes that are much larger than net changes</a:t>
            </a:r>
          </a:p>
        </p:txBody>
      </p:sp>
    </p:spTree>
    <p:extLst>
      <p:ext uri="{BB962C8B-B14F-4D97-AF65-F5344CB8AC3E}">
        <p14:creationId xmlns:p14="http://schemas.microsoft.com/office/powerpoint/2010/main" val="3455399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8C89E38-8C70-2C24-DD55-E3E95EBA2EF5}"/>
              </a:ext>
            </a:extLst>
          </p:cNvPr>
          <p:cNvSpPr txBox="1"/>
          <p:nvPr/>
        </p:nvSpPr>
        <p:spPr>
          <a:xfrm>
            <a:off x="123825" y="5128194"/>
            <a:ext cx="4857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Number of patches and area of Pond at PIE at three years, which show net change but not gross changes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2E7C17F-5EA4-D482-DF94-3FE0904A0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163549"/>
              </p:ext>
            </p:extLst>
          </p:nvPr>
        </p:nvGraphicFramePr>
        <p:xfrm>
          <a:off x="5857896" y="4886884"/>
          <a:ext cx="5924551" cy="1005840"/>
        </p:xfrm>
        <a:graphic>
          <a:graphicData uri="http://schemas.openxmlformats.org/drawingml/2006/table">
            <a:tbl>
              <a:tblPr firstRow="1" firstCol="1" bandRow="1">
                <a:tableStyleId>{5202B0CA-FC54-4496-8BCA-5EF66A818D29}</a:tableStyleId>
              </a:tblPr>
              <a:tblGrid>
                <a:gridCol w="942895">
                  <a:extLst>
                    <a:ext uri="{9D8B030D-6E8A-4147-A177-3AD203B41FA5}">
                      <a16:colId xmlns:a16="http://schemas.microsoft.com/office/drawing/2014/main" val="3495485829"/>
                    </a:ext>
                  </a:extLst>
                </a:gridCol>
                <a:gridCol w="978713">
                  <a:extLst>
                    <a:ext uri="{9D8B030D-6E8A-4147-A177-3AD203B41FA5}">
                      <a16:colId xmlns:a16="http://schemas.microsoft.com/office/drawing/2014/main" val="470373948"/>
                    </a:ext>
                  </a:extLst>
                </a:gridCol>
                <a:gridCol w="1025179">
                  <a:extLst>
                    <a:ext uri="{9D8B030D-6E8A-4147-A177-3AD203B41FA5}">
                      <a16:colId xmlns:a16="http://schemas.microsoft.com/office/drawing/2014/main" val="1849493075"/>
                    </a:ext>
                  </a:extLst>
                </a:gridCol>
                <a:gridCol w="1025179">
                  <a:extLst>
                    <a:ext uri="{9D8B030D-6E8A-4147-A177-3AD203B41FA5}">
                      <a16:colId xmlns:a16="http://schemas.microsoft.com/office/drawing/2014/main" val="2512850897"/>
                    </a:ext>
                  </a:extLst>
                </a:gridCol>
                <a:gridCol w="1952585">
                  <a:extLst>
                    <a:ext uri="{9D8B030D-6E8A-4147-A177-3AD203B41FA5}">
                      <a16:colId xmlns:a16="http://schemas.microsoft.com/office/drawing/2014/main" val="593282873"/>
                    </a:ext>
                  </a:extLst>
                </a:gridCol>
              </a:tblGrid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Time Interval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Gross Increase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Gross Decrease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The sum of Gross Increase and Decrease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Net change in the number of patches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9328909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1938 - 1971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631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631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1262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0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5902419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1971 - 2013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928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643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1571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285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20339792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Sum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1559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1274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2833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285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330433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4A777EB-DFCA-06FB-B611-51A06D9BAB01}"/>
              </a:ext>
            </a:extLst>
          </p:cNvPr>
          <p:cNvSpPr txBox="1"/>
          <p:nvPr/>
        </p:nvSpPr>
        <p:spPr>
          <a:xfrm>
            <a:off x="399450" y="1206586"/>
            <a:ext cx="4667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ea typeface="SimSun" panose="02010600030101010101" pitchFamily="2" charset="-122"/>
              </a:rPr>
              <a:t>Traditional methods shows Pond experienced 0 net change during 1938 – 1971.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744B47-8F6C-7341-08E2-FB204097AA36}"/>
              </a:ext>
            </a:extLst>
          </p:cNvPr>
          <p:cNvSpPr txBox="1"/>
          <p:nvPr/>
        </p:nvSpPr>
        <p:spPr>
          <a:xfrm>
            <a:off x="5619752" y="1100988"/>
            <a:ext cx="6591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effectLst/>
                <a:ea typeface="SimSun" panose="02010600030101010101" pitchFamily="2" charset="-122"/>
              </a:rPr>
              <a:t>DynamicPATCH</a:t>
            </a:r>
            <a:r>
              <a:rPr lang="en-US" sz="1800" dirty="0">
                <a:effectLst/>
                <a:ea typeface="SimSun" panose="02010600030101010101" pitchFamily="2" charset="-122"/>
              </a:rPr>
              <a:t> shows Pond experienced dramatic changes in number of patches. Where gross increase equals gross decrease during 1938 - 1971, resulting in a net change of zero patches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B27CBF8-8E0F-AB1E-372E-FD6BC442E56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893" b="-3292"/>
          <a:stretch/>
        </p:blipFill>
        <p:spPr>
          <a:xfrm>
            <a:off x="6719603" y="2204597"/>
            <a:ext cx="4601188" cy="25248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72A47-D5C1-D35E-027E-6F83A90FDDEF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5" b="11534"/>
          <a:stretch/>
        </p:blipFill>
        <p:spPr>
          <a:xfrm>
            <a:off x="1071234" y="2090294"/>
            <a:ext cx="3153337" cy="25248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812638-C491-6427-3A41-590CA35F4DBB}"/>
              </a:ext>
            </a:extLst>
          </p:cNvPr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662153"/>
            <a:ext cx="5846618" cy="322728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15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95A33-CD40-4411-81B2-AAFBDD491CA0}"/>
              </a:ext>
            </a:extLst>
          </p:cNvPr>
          <p:cNvSpPr/>
          <p:nvPr/>
        </p:nvSpPr>
        <p:spPr>
          <a:xfrm>
            <a:off x="83312" y="-27034"/>
            <a:ext cx="12108688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Discussions</a:t>
            </a:r>
          </a:p>
          <a:p>
            <a:r>
              <a:rPr lang="en-US" dirty="0">
                <a:latin typeface="Century Gothic" panose="020B0502020202020204" pitchFamily="34" charset="0"/>
                <a:cs typeface="Arial" panose="020B0604020202020204" pitchFamily="34" charset="0"/>
              </a:rPr>
              <a:t>DynamicPATCH captures gross transitions </a:t>
            </a:r>
            <a:r>
              <a:rPr lang="en-US" altLang="zh-CN" dirty="0">
                <a:latin typeface="Century Gothic" panose="020B0502020202020204" pitchFamily="34" charset="0"/>
                <a:cs typeface="Arial" panose="020B0604020202020204" pitchFamily="34" charset="0"/>
              </a:rPr>
              <a:t>hidden by net change metrics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582CED-E777-4B68-A774-8B5F3D1A8C55}"/>
              </a:ext>
            </a:extLst>
          </p:cNvPr>
          <p:cNvSpPr/>
          <p:nvPr/>
        </p:nvSpPr>
        <p:spPr>
          <a:xfrm>
            <a:off x="55690" y="73024"/>
            <a:ext cx="45719" cy="7885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81F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660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16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C13ED6-A998-4AD9-A959-C07AE0B53B6F}"/>
              </a:ext>
            </a:extLst>
          </p:cNvPr>
          <p:cNvSpPr txBox="1"/>
          <p:nvPr/>
        </p:nvSpPr>
        <p:spPr>
          <a:xfrm>
            <a:off x="41656" y="782901"/>
            <a:ext cx="118229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GitHub repository for </a:t>
            </a:r>
            <a:r>
              <a:rPr lang="en-US" sz="2000" b="1" dirty="0" err="1"/>
              <a:t>DynamicPATCH</a:t>
            </a:r>
            <a:r>
              <a:rPr lang="en-US" sz="2000" b="1" dirty="0"/>
              <a:t>: </a:t>
            </a:r>
            <a:r>
              <a:rPr lang="en-US" sz="2000" b="1" dirty="0">
                <a:hlinkClick r:id="rId3"/>
              </a:rPr>
              <a:t>https://github.com/zay1996/DynamicPATCH</a:t>
            </a:r>
            <a:endParaRPr lang="en-US"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000F5-F5AF-436B-AB92-79C65C7400D1}"/>
              </a:ext>
            </a:extLst>
          </p:cNvPr>
          <p:cNvSpPr txBox="1"/>
          <p:nvPr/>
        </p:nvSpPr>
        <p:spPr>
          <a:xfrm>
            <a:off x="6724905" y="2340738"/>
            <a:ext cx="50063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b="1" dirty="0" err="1"/>
              <a:t>DynamicPATCH</a:t>
            </a:r>
            <a:r>
              <a:rPr lang="en-US" dirty="0"/>
              <a:t> is the currently available software implementation of the </a:t>
            </a:r>
            <a:r>
              <a:rPr lang="en-US" dirty="0" err="1"/>
              <a:t>DynamicPATCH</a:t>
            </a:r>
            <a:r>
              <a:rPr lang="en-US" dirty="0"/>
              <a:t> method.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install, run, and integrate with Python geospatial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Automates patch transition classification and summary table generation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Large-data support and graphical interface are currently under development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BED524-2B7C-47E1-9D7E-40E17D47B3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98" y="1752075"/>
            <a:ext cx="5419725" cy="4039649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73960BE-A260-4248-A98E-4C735B021424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77BF4E7C-7A2F-4424-BC6C-454BE2A3F61A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2E254F-EED7-4C4D-B59F-C6B0CD730021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Using DynamicPATCH: Installation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D151FB-8C71-4C83-A18B-E4F896582E2D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2690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17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EEBEB8-30DA-400C-A553-94B74DFCE26C}"/>
              </a:ext>
            </a:extLst>
          </p:cNvPr>
          <p:cNvSpPr/>
          <p:nvPr/>
        </p:nvSpPr>
        <p:spPr>
          <a:xfrm>
            <a:off x="5900234" y="1289260"/>
            <a:ext cx="6396541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andara" panose="020E0502030303020204" pitchFamily="34" charset="0"/>
              </a:rPr>
              <a:t>Example code: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import </a:t>
            </a:r>
            <a:r>
              <a:rPr lang="en-US" sz="1400" dirty="0" err="1">
                <a:latin typeface="Consolas" panose="020B0609020204030204" pitchFamily="49" charset="0"/>
              </a:rPr>
              <a:t>os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import 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from 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 import main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package_dir</a:t>
            </a:r>
            <a:r>
              <a:rPr lang="en-US" sz="1400" dirty="0">
                <a:latin typeface="Consolas" panose="020B0609020204030204" pitchFamily="49" charset="0"/>
              </a:rPr>
              <a:t> = </a:t>
            </a:r>
            <a:r>
              <a:rPr lang="en-US" sz="1400" dirty="0" err="1">
                <a:latin typeface="Consolas" panose="020B0609020204030204" pitchFamily="49" charset="0"/>
              </a:rPr>
              <a:t>os.path.dirname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</a:rPr>
              <a:t>os.path.abspath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.__file__))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## specify the parameters 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main.run_dynamicpatch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workpath = </a:t>
            </a:r>
            <a:r>
              <a:rPr lang="en-US" sz="1400" dirty="0" err="1">
                <a:latin typeface="Consolas" panose="020B0609020204030204" pitchFamily="49" charset="0"/>
              </a:rPr>
              <a:t>package_dir</a:t>
            </a:r>
            <a:r>
              <a:rPr lang="en-US" sz="1400" dirty="0">
                <a:latin typeface="Consolas" panose="020B0609020204030204" pitchFamily="49" charset="0"/>
              </a:rPr>
              <a:t> + '/static/example.xlsx',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year = [0,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        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],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in_nodata</a:t>
            </a:r>
            <a:r>
              <a:rPr lang="en-US" sz="1400" dirty="0">
                <a:latin typeface="Consolas" panose="020B0609020204030204" pitchFamily="49" charset="0"/>
              </a:rPr>
              <a:t> = -1, # optional, default = 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connectivity = 8, # optional, default = 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targ_pre</a:t>
            </a:r>
            <a:r>
              <a:rPr lang="en-US" sz="1400" dirty="0">
                <a:latin typeface="Consolas" panose="020B0609020204030204" pitchFamily="49" charset="0"/>
              </a:rPr>
              <a:t> = 1, # optional, default = 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study_area</a:t>
            </a:r>
            <a:r>
              <a:rPr lang="en-US" sz="1400" dirty="0">
                <a:latin typeface="Consolas" panose="020B0609020204030204" pitchFamily="49" charset="0"/>
              </a:rPr>
              <a:t> = None, # optional, default = None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map_show</a:t>
            </a:r>
            <a:r>
              <a:rPr lang="en-US" sz="1400" dirty="0">
                <a:latin typeface="Consolas" panose="020B0609020204030204" pitchFamily="49" charset="0"/>
              </a:rPr>
              <a:t> = True, # optional, default = True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chart_show</a:t>
            </a:r>
            <a:r>
              <a:rPr lang="en-US" sz="1400" dirty="0">
                <a:latin typeface="Consolas" panose="020B0609020204030204" pitchFamily="49" charset="0"/>
              </a:rPr>
              <a:t> = True, # optional, default = True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unit = None, # let program decide automatically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log_scale</a:t>
            </a:r>
            <a:r>
              <a:rPr lang="en-US" sz="1400" dirty="0">
                <a:latin typeface="Consolas" panose="020B0609020204030204" pitchFamily="49" charset="0"/>
              </a:rPr>
              <a:t> = True, # optional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export_map</a:t>
            </a:r>
            <a:r>
              <a:rPr lang="en-US" sz="1400" dirty="0">
                <a:latin typeface="Consolas" panose="020B0609020204030204" pitchFamily="49" charset="0"/>
              </a:rPr>
              <a:t> = False, # optional, default = True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width = 0.35 # optional, default = 0.35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A37307-27D5-42EC-A7FF-BDAFA5382185}"/>
              </a:ext>
            </a:extLst>
          </p:cNvPr>
          <p:cNvSpPr txBox="1"/>
          <p:nvPr/>
        </p:nvSpPr>
        <p:spPr>
          <a:xfrm>
            <a:off x="125924" y="1227705"/>
            <a:ext cx="565765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Required inputs</a:t>
            </a:r>
          </a:p>
          <a:p>
            <a:r>
              <a:rPr lang="en-US" dirty="0"/>
              <a:t>Multi-temporal categorical maps stored in </a:t>
            </a:r>
            <a:r>
              <a:rPr lang="en-US" dirty="0" err="1"/>
              <a:t>GeoTIFF</a:t>
            </a:r>
            <a:r>
              <a:rPr lang="en-US" dirty="0"/>
              <a:t> format, provided as either: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 single multi-band </a:t>
            </a:r>
            <a:r>
              <a:rPr lang="en-US" dirty="0" err="1"/>
              <a:t>GeoTIFF</a:t>
            </a:r>
            <a:r>
              <a:rPr lang="en-US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Multiple </a:t>
            </a:r>
            <a:r>
              <a:rPr lang="en-US" dirty="0" err="1"/>
              <a:t>GeoTIFF</a:t>
            </a:r>
            <a:r>
              <a:rPr lang="en-US" dirty="0"/>
              <a:t> files under one folder in chronological order </a:t>
            </a:r>
          </a:p>
          <a:p>
            <a:r>
              <a:rPr lang="en-US" b="1" dirty="0"/>
              <a:t>Required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workpath</a:t>
            </a:r>
            <a:r>
              <a:rPr lang="en-US" dirty="0"/>
              <a:t>: Path to the input </a:t>
            </a:r>
            <a:r>
              <a:rPr lang="en-US" dirty="0" err="1"/>
              <a:t>GeoTIFF</a:t>
            </a:r>
            <a:r>
              <a:rPr lang="en-US" dirty="0"/>
              <a:t> file (.</a:t>
            </a:r>
            <a:r>
              <a:rPr lang="en-US" dirty="0" err="1"/>
              <a:t>tif</a:t>
            </a:r>
            <a:r>
              <a:rPr lang="en-US" dirty="0"/>
              <a:t>) or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year</a:t>
            </a:r>
            <a:r>
              <a:rPr lang="en-US" dirty="0"/>
              <a:t>: Year specification, e.g., [2010, 2015, 2020]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in_nodata</a:t>
            </a:r>
            <a:r>
              <a:rPr lang="en-US" dirty="0"/>
              <a:t>: No data value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targ_pre</a:t>
            </a:r>
            <a:r>
              <a:rPr lang="en-US" dirty="0"/>
              <a:t>: Value of Presence</a:t>
            </a:r>
          </a:p>
          <a:p>
            <a:r>
              <a:rPr lang="en-US" b="1" dirty="0"/>
              <a:t>Optional parameters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 connectivity rule, 4- or 8-connectivity (</a:t>
            </a: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connectivity</a:t>
            </a:r>
            <a:r>
              <a:rPr lang="en-US" dirty="0"/>
              <a:t>); name the study area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study_area</a:t>
            </a:r>
            <a:r>
              <a:rPr lang="en-US" dirty="0"/>
              <a:t>); display transition map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show_map</a:t>
            </a:r>
            <a:r>
              <a:rPr lang="en-US" dirty="0"/>
              <a:t>); display summary chart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show_chart</a:t>
            </a:r>
            <a:r>
              <a:rPr lang="en-US" dirty="0"/>
              <a:t>); set area unit (</a:t>
            </a: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unit</a:t>
            </a:r>
            <a:r>
              <a:rPr lang="en-US" dirty="0"/>
              <a:t>); use log-scale chart axis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log_scale</a:t>
            </a:r>
            <a:r>
              <a:rPr lang="en-US" dirty="0"/>
              <a:t>); export transition map as </a:t>
            </a:r>
            <a:r>
              <a:rPr lang="en-US" dirty="0" err="1"/>
              <a:t>GeoTIFF</a:t>
            </a:r>
            <a:r>
              <a:rPr lang="en-US" dirty="0"/>
              <a:t>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export_tif</a:t>
            </a:r>
            <a:r>
              <a:rPr lang="en-US" dirty="0"/>
              <a:t>).</a:t>
            </a:r>
            <a:endParaRPr lang="en-US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6CB4F6-46AF-4925-9EDF-026BEAFE03DD}"/>
              </a:ext>
            </a:extLst>
          </p:cNvPr>
          <p:cNvSpPr txBox="1"/>
          <p:nvPr/>
        </p:nvSpPr>
        <p:spPr>
          <a:xfrm>
            <a:off x="0" y="6498358"/>
            <a:ext cx="1020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*A complete list of parameters and descriptions is available in the GitHub README.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B32C5D9-AE57-422D-9EBB-3B1348FC401B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226B24ED-659F-42C3-80F6-332403F4E6C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F88299A-4D6D-4BA8-9A08-FBD1861268B7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Using DynamicPATCH: Inputs and Parameters 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4DC61D2-56DD-4EBF-BDF7-6BAE0D013F1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3503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B4CBB89BD7D6445BB7F862D8899099E" ma:contentTypeVersion="18" ma:contentTypeDescription="Create a new document." ma:contentTypeScope="" ma:versionID="2b3be570f71b7d62e7132c7eced99c6f">
  <xsd:schema xmlns:xsd="http://www.w3.org/2001/XMLSchema" xmlns:xs="http://www.w3.org/2001/XMLSchema" xmlns:p="http://schemas.microsoft.com/office/2006/metadata/properties" xmlns:ns3="b70da884-86bb-4f87-bb7b-c87fdd365207" xmlns:ns4="e8ea0c43-9cc4-434f-8c4f-3f30e817cc6a" targetNamespace="http://schemas.microsoft.com/office/2006/metadata/properties" ma:root="true" ma:fieldsID="86625aee51aae36b45c39a0385e969ff" ns3:_="" ns4:_="">
    <xsd:import namespace="b70da884-86bb-4f87-bb7b-c87fdd365207"/>
    <xsd:import namespace="e8ea0c43-9cc4-434f-8c4f-3f30e817cc6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0da884-86bb-4f87-bb7b-c87fdd3652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ea0c43-9cc4-434f-8c4f-3f30e817cc6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70da884-86bb-4f87-bb7b-c87fdd365207" xsi:nil="true"/>
  </documentManagement>
</p:properties>
</file>

<file path=customXml/itemProps1.xml><?xml version="1.0" encoding="utf-8"?>
<ds:datastoreItem xmlns:ds="http://schemas.openxmlformats.org/officeDocument/2006/customXml" ds:itemID="{D4DF304E-AA82-4B25-B5D7-ECE40D9A4C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70da884-86bb-4f87-bb7b-c87fdd365207"/>
    <ds:schemaRef ds:uri="e8ea0c43-9cc4-434f-8c4f-3f30e817cc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B847C2B-ACB2-4F0E-BBEB-402672B88F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A5F1F33-C96A-467A-97C7-119A58A3A67E}">
  <ds:schemaRefs>
    <ds:schemaRef ds:uri="http://purl.org/dc/terms/"/>
    <ds:schemaRef ds:uri="http://www.w3.org/XML/1998/namespace"/>
    <ds:schemaRef ds:uri="e8ea0c43-9cc4-434f-8c4f-3f30e817cc6a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b70da884-86bb-4f87-bb7b-c87fdd365207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25453</TotalTime>
  <Words>1291</Words>
  <Application>Microsoft Office PowerPoint</Application>
  <PresentationFormat>Widescreen</PresentationFormat>
  <Paragraphs>259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Candara</vt:lpstr>
      <vt:lpstr>Century Gothic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Zhang, Aiyin</dc:creator>
  <cp:lastModifiedBy>Zhang, Aiyin</cp:lastModifiedBy>
  <cp:revision>50</cp:revision>
  <dcterms:created xsi:type="dcterms:W3CDTF">2024-09-17T18:30:16Z</dcterms:created>
  <dcterms:modified xsi:type="dcterms:W3CDTF">2026-09-30T18:02:33Z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0x010100DB4CBB89BD7D6445BB7F862D8899099E</vt:lpwstr>
  </property>
</Properties>
</file>